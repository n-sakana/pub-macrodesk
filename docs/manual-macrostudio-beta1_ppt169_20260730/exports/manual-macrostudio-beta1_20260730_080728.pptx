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Default Extension="jpg" ContentType="image/jpeg"/>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2"/>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  <Relationship Id="rId32"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endParaRPr lang="en-US"/>
          </a:p>
        </p:txBody>
      </p:sp>
      <p:sp>
        <p:nvSpPr>
          <p:cNvPr id="3" name="Date Placeholder 2"/>
          <p:cNvSpPr>
            <a:spLocks noGrp="1"/>
          </p:cNvSpPr>
          <p:nvPr>
            <p:ph type="dt" sz="half" idx="1"/>
          </p:nvPr>
        </p:nvSpPr>
        <p:spPr>
          <a:xfrm>
            <a:off x="3884613" y="0"/>
            <a:ext cx="2971800" cy="457200"/>
          </a:xfrm>
          <a:prstGeom prst="rect">
            <a:avLst/>
          </a:prstGeom>
        </p:spPr>
        <p:txBody>
          <a:bodyPr/>
          <a:lstStyle/>
          <a:p>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endParaRPr lang="en-US"/>
          </a:p>
        </p:txBody>
      </p:sp>
    </p:spTree>
  </p:cSld>
  <p:clrMap bg1="lt1" tx1="dk1" bg2="lt2" tx2="dk2" accent1="accent1" accent2="accent2" accent3="accent3" accent4="accent4" accent5="accent5" accent6="accent6" hlink="hlink" folHlink="folHlink"/>
  <p:hf/>
  <p:notesStyle>
    <a:lvl1pPr marL="0" algn="l">
      <a:defRPr sz="1200" lang="en-US"/>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この資料は二部構成です。前半で、これがどういう道具なのかを短く説明します。後半で、実際の画面に沿って操作を案内します。いちばんお伝えしたいのは、コードを読み書きできなくても、AIチャットが使えればマクロは直せる、ということです。開発画面を開く必要はありませんし、元のブックはそのまま残ります。</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まず、なぜこの道具が必要になったのかからお話しします。業務のマクロは部門ごとに育っていて、作った人はもう居ないことが多い。直すには開発画面を開いてコードを読む必要があるので、担当している方には手が出ません。端末やファイルの置き場所が変わると急に動かなくなりますが、身近に直せる人がいない。詳しい方に頼めば順番待ちになって、その間、業務が止まってしまいます。直せないのは能力の問題ではなく、直すのに開発の知識が要るからです。</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そこを埋めるのがこの道具です。直しかたを考えるのはAIで、こちらは画面に出てくることに答えるだけです。開発画面は一度も開きません。案内どおりに次へを押していけば終わります。直したものは別名の新しいブックとして作られるので、元のブックはそのまま残ります。返ってきた内容も鵜呑みにする必要はありません。どこが変わったのかを見てから、作るかどうかを決められます。そして、直さずに聞くだけで終わることもできます。</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導入を考えるときに浮かぶ心配を、左側に六つ並べました。何をどう頼めばいいか分からない、コピペを間違えそう、直った内容が正しいか分からない、元のブックを壊しそう、後で誰も説明できない、部門ごとにやり方が違う。右側が、この道具ではどうなるかです。手間も、事故も、あとの説明も、道具の側で受け持ちます。特に四つ目、元のファイルには触れないという点は、試すときの心理的なハードルをかなり下げてくれます。</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想定している使い方を五つ挙げました。端末の入れ替えに備えて、新しい環境で動かなくなる箇所を洗い出してもらう。動かなくなったマクロを、標準機能だけの形へ置き換える。担当者しか触れないマクロを、動きを変えずに読みやすく直す。どう直すか決めるために、質問に答えて相談の材料を作る。そして、このマクロが何をしているのかを聞く。直すときだけでなく、調べたい、決めたいというときにも使えます。右端に、改修なのか聞くだけなのかを示してあります。</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用意するものは四つだけです。ウィンドウズのパソコンとエクセル。社内で使えるAIチャット。直したいマクロ入りのブック。あとは、ランチ・ヴイビーエスをダブルクリックするだけです。特別な権限も、インストール作業も要りません。ここが軽いので、まず一つ試してみる、という進め方ができます。</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できることだけでなく、やらないことも先にお伝えします。どこをどう直すかを決めるのは、この道具ではなくAIです。元のブックは書き換えません。必ず別名で作ります。マクロを勝手に増やして構造を変えることもしません。増やせる範囲は決めてあります。そして、直ったマクロを実際に動かして確かめるところは人の仕事です。判断と最終確認を人とAIに残しているので、想定外の壊れ方をしません。</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ここまでが、どういう道具なのかというお話でした。ここからは第二部、実際に操作する人向けの案内に移ります。読み手の立場が変わります。アプリの画面の順番にそのまま沿って進みますので、手元で動かしながら見ていただくのがいちばん分かりやすいと思います。</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読み込んだマクロに対して、まずどちらかを選びます。マクロを改修するを選ぶと、AIの返答を取り込んで改修済みブックを作り、五つのファイルができます。マクロについてAIに聞くを選ぶと、依頼文とコード全文の二つのファイルだけができます。ブックを書き換えるのは改修するを選んだときだけです。下の流れが改修のときの四つの手順です。聞くだけの場合は、二つ目の手順で完了が出て、そこで終わります。</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起動はランチ・ヴイビーエスをダブルクリックするだけで、黒いコマンド画面は出ません。小さな読み込み画面のあと、本画面に切り替わります。画面を見るときのポイントを四つ挙げました。上部の帯が進捗です。最初はブックを読み込むだけが表示されていて、目的を選ぶとその先の手順が現れます。左下には、いま何をすればよいかが一行で出ます。右上でライトとダークを切り替えられます。対応形式も右上に出ています。</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では手順一つ目、ブックの読み込みです。画面の中央へエクセルのファイルをドラッグして落とすだけです。クリックして選ぶこともできます。読み込めるとファイル名とパスが表示されて、右下の次へが青くなります。選び直したいときは選び直すを押してください。ここでよくあるのが、マクロを含まないブックを選んでしまうことです。その場合はマクロが無いという内容のカードが出ますので、ファイルを間違えていないか確認してください。</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読み込みが終わると、何をどれだけ読み取ったのかが出ます。モジュールの数と行数が表示されるので、思っていた規模と合っているかを確かめてください。中身まで見たいときは、読み取った内容を見るを開くと、モジュール名と行数の一覧が出ます。ここで大事なのは、この時点では元のブックに一切書き込んでいない、ということです。読み取っているだけなので、安心して先へ進んでください。</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手順一つ目の最後です。二枚のカードから一つ選びます。マクロを改修するを選ぶと、AIの返答を取り込んで改修済みのブックをこのアプリで作ります。マクロについてAIに聞くを選ぶと、AIチャットへ渡す依頼文とコードを作るだけで、ブックは変更しません。ここで気をつけていただきたいのは、選んでも自動では進まないことです。必ず次へを押して確定してください。選ぶと、画面の上の進捗にその先の手順が現れます。</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手順二つ目に入ります。何を頼むのかを、ひな形から選びます。同梱しているのは六つです。上の三つが改修用、下の三つが聞くだけのときのものです。一覧に出ている名前はファイル名ではなく、ひな形の中に書かれた見出しです。AIに聞くを選んでいる場合は、この画面の見出しがAIに何を聞くか選びますに変わります。ひな形は自分たちで増やせますが、その話は後ろの覚えておくとよいことのページでまとめてお話しします。</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ひな形に質問が書かれている場合だけ、この画面が出ます。質問は一問ずつ出てきます。上の丸が進捗で、答えた問には色が付きます。移動は左右の矢印か、丸を直接クリックしてください。問数が多いときは、中間の丸が省略されます。選択式はボタンを一回押すだけ、自由記述は複数行で書けます。全部埋める必要はありません。分かるところだけで大丈夫で、一問以上答えれば次へが使えます。ここで答えた内容は、次の画面の依頼文に折り込まれます。</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依頼文はもうできあがっています。基本はそのまま進んで構いません。直したいときだけ、依頼文を確認・編集を開いてください。全文が編集できます。一つだけ注意があります。依頼文には、この依頼だけの依頼番号が埋め込まれています。毎回変わる長い英数字です。これは返答を取り込むときの照合に使いますので、消さないようにしてください。</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ここでAIへ渡します。次へを押した時点で、この改修専用のフォルダが作られ、二つのファイルが書き出されます。まず依頼文をコピーを押してクリップボードに入れ、次にファイルの場所を開くを押してエクスプローラーを開きます。そしてAIチャットに依頼文を貼り付け、ソース・コード・エムディーを添付して送信します。両方のボタンを押すまで次へは使えません。右側にあるとおり、マクロが読み書きするエクセルのシートやファイルがあれば、それも一緒に添付すると、より正確な回答が得られます。聞くだけの場合は、ここで完了が出て終わりです。</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AIから返ってきたら、手順三つ目です。AIは、変更したモジュールと新しく作ったモジュールの全文を、一つのコードブロックにまとめて返します。そのコードブロックをコピーして、クリップボードからAIの返答を取り込むを一回押すだけです。コントロール・ヴイでも同じです。モジュールを選ぶ必要も、一つずつ貼る必要もありません。取り込めると件数と、既存と新規の内訳が出ます。AIが書いた改修内容の要約も一緒に取り込まれるので、日本語で読めます。</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取り込めないこともあります。よく出る五つを表にまとめました。大前提として、取り込めなかった場合は何も取り込まれません。中途半端な状態にはならないので、そのままやり直せます。依頼番号が違うと言われたら、依頼文をコピーし直して送り直してください。途中で切れている、あるいは区切り行が無いと言われた場合は、コードブロック全体をもう一度コピーし直すのがいちばん確実です。同じモジュールが二回入っていた場合は、AIにモジュールごとに一つだけ返すよう伝えてください。</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取り込めたら、内容を確認します。ここで一つ知っておいていただきたいのは、取り込めた内容がそのまま書き戻す対象になる、ということです。採用ボタンはありません。中身を見たいときは変更内容を見るを開いてください。左にモジュールの一覧が出て、標準、クラス、シートで区分され、増減した行数も出ます。右がインラインの差分で、削除された行が赤、追加された行が緑です。写し間違いのような軽微な修正は手動修正でその場で直せます。これは違うと思ったら、戻るで取り込みからやり直せます。元のブックは何も変わりません。</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最後の手順です。まず出力するファイル名を確認します。既定はブック名にアンダーバー・マクロスタジオが付いた名前です。名前はファイル名だけを入れてください。区切り文字や、元と違う拡張子は使えません。ビルドは自動で進みます。通常一秒から二秒です。書き戻したあとにブックを読み直して、意図どおり書き込まれたかを検証しています。できあがると右下が完了になり、押すと最初の画面へ戻って次のブックに移れます。最後に、必ずエクセルで開いてマクロの動作を確認してください。</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できあがるものを整理しておきます。元のブックのフォルダの下に、マクロスタジオという専用のフォルダができて、その中に日付と時刻の付いたフォルダが作られます。中身は五つです。AIへ渡した依頼文、元のマクロのコード全文、改修済みのブック、変更内容の確認レポート、そして改修の概要メモです。確認レポートはブラウザで開ける自己完結のファイルで、変更しなかったモジュールも含めて全モジュールが入っています。改修後の記録としてそのまま保管できます。</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改修せずに、聞くだけで終わる流れも見ておきます。手順一つ目の最後でマクロについてAIに聞くを選ぶと、次の画面の見出しがAIに何を聞くか選びますに変わります。依頼文の作られ方は改修のときと同じで、質問のあるひな形なら先に一問ずつ答えます。AIチャットへ質問しますの画面で終わりで、右下が完了になります。できるのは依頼文とコード全文の二つのファイルだけで、ブックは変更されません。新しい端末で動くかを調べたいときや、進め方を相談したいときはこちらです。</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運用に入る前に、二つ覚えておいてください。一つは増やせる範囲です。既存のクラスモジュールやシートのモジュールを直すことはできますが、新しいクラスやユーザーフォームを含む返答は取り込みません。増やせるのは標準モジュールだけです。もう一つはひな形です。プリセッツというフォルダにマークダウンのファイルを置くと、ファイル一つにつき一件、目的の画面に自動で現れます。アプリの再起動も要りません。よく頼む内容は、自分たちのひな形として増やしていってください。下の表は、うまくいかないときの対処です。</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最後にお伝えしたいのは一つだけです。うまくいかなくても、元のブックは無傷です。だから、まず一本通してみてください。気になっているマクロを一つ選んで、読み込むところから始めていただければと思います。なお、この資料の画面はベータ版一・〇・〇のもので、今後、文言や配置が変わることがあります。掲載しているスクリーンショットはサンプルのブックを読み込んだ実画面で、フォルダのパスや日時は説明用の例です。判断はAIが行いますので、最後にエクセルで開いて動作を確認するところは、人がやってください。</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manual-macrostudio-beta1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manual-macrostudio-beta1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315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18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7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6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45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35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125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1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9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700" kern="1200">
          <a:solidFill>
            <a:schemeClr val="tx1"/>
          </a:solidFill>
          <a:latin typeface="+mn-lt"/>
          <a:ea typeface="+mn-ea"/>
          <a:cs typeface="+mn-cs"/>
        </a:defRPr>
      </a:lvl2pPr>
      <a:lvl3pPr marL="914400" algn="l" defTabSz="457200" rtl="0" eaLnBrk="1" latinLnBrk="0" hangingPunct="1">
        <a:defRPr sz="1600" kern="1200">
          <a:solidFill>
            <a:schemeClr val="tx1"/>
          </a:solidFill>
          <a:latin typeface="+mn-lt"/>
          <a:ea typeface="+mn-ea"/>
          <a:cs typeface="+mn-cs"/>
        </a:defRPr>
      </a:lvl3pPr>
      <a:lvl4pPr marL="1371600" algn="l" defTabSz="457200" rtl="0" eaLnBrk="1" latinLnBrk="0" hangingPunct="1">
        <a:defRPr sz="1450" kern="1200">
          <a:solidFill>
            <a:schemeClr val="tx1"/>
          </a:solidFill>
          <a:latin typeface="+mn-lt"/>
          <a:ea typeface="+mn-ea"/>
          <a:cs typeface="+mn-cs"/>
        </a:defRPr>
      </a:lvl4pPr>
      <a:lvl5pPr marL="1828800" algn="l" defTabSz="457200" rtl="0" eaLnBrk="1" latinLnBrk="0" hangingPunct="1">
        <a:defRPr sz="1350" kern="1200">
          <a:solidFill>
            <a:schemeClr val="tx1"/>
          </a:solidFill>
          <a:latin typeface="+mn-lt"/>
          <a:ea typeface="+mn-ea"/>
          <a:cs typeface="+mn-cs"/>
        </a:defRPr>
      </a:lvl5pPr>
      <a:lvl6pPr marL="2286000" algn="l" defTabSz="457200" rtl="0" eaLnBrk="1" latinLnBrk="0" hangingPunct="1">
        <a:defRPr sz="1250" kern="1200">
          <a:solidFill>
            <a:schemeClr val="tx1"/>
          </a:solidFill>
          <a:latin typeface="+mn-lt"/>
          <a:ea typeface="+mn-ea"/>
          <a:cs typeface="+mn-cs"/>
        </a:defRPr>
      </a:lvl6pPr>
      <a:lvl7pPr marL="2743200" algn="l" defTabSz="457200" rtl="0" eaLnBrk="1" latinLnBrk="0" hangingPunct="1">
        <a:defRPr sz="1100" kern="1200">
          <a:solidFill>
            <a:schemeClr val="tx1"/>
          </a:solidFill>
          <a:latin typeface="+mn-lt"/>
          <a:ea typeface="+mn-ea"/>
          <a:cs typeface="+mn-cs"/>
        </a:defRPr>
      </a:lvl7pPr>
      <a:lvl8pPr marL="3200400" algn="l" defTabSz="457200" rtl="0" eaLnBrk="1" latinLnBrk="0" hangingPunct="1">
        <a:defRPr sz="1000" kern="1200">
          <a:solidFill>
            <a:schemeClr val="tx1"/>
          </a:solidFill>
          <a:latin typeface="+mn-lt"/>
          <a:ea typeface="+mn-ea"/>
          <a:cs typeface="+mn-cs"/>
        </a:defRPr>
      </a:lvl8pPr>
      <a:lvl9pPr marL="3657600" algn="l" defTabSz="457200" rtl="0" eaLnBrk="1" latinLnBrk="0" hangingPunct="1">
        <a:defRPr sz="9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b8b3388ac3efdc0c.jpg"/>
  <Relationship Id="rId3"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075a9d0d7774c679.jpg"/>
  <Relationship Id="rId3"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b8b3388ac3efdc0c.jpg"/>
  <Relationship Id="rId3"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da7978778abe5f9c.jpg"/>
  <Relationship Id="rId3"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cb4ebf74bab2feeb.jpg"/>
  <Relationship Id="rId3" Type="http://schemas.openxmlformats.org/officeDocument/2006/relationships/image" Target="../media/image_f3f6d72f6554500d.jpg"/>
  <Relationship Id="rId4"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49ce8a8171e76a9e.jpg"/>
  <Relationship Id="rId3" Type="http://schemas.openxmlformats.org/officeDocument/2006/relationships/notesSlide" Target="../notesSlides/notesSlide13.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07808ddcb8f66da4.jpg"/>
  <Relationship Id="rId3" Type="http://schemas.openxmlformats.org/officeDocument/2006/relationships/notesSlide" Target="../notesSlides/notesSlide14.xml"/>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5e595d9fff9f38d4.jpg"/>
  <Relationship Id="rId3" Type="http://schemas.openxmlformats.org/officeDocument/2006/relationships/image" Target="../media/image_e4d805d2706f08d6.jpg"/>
  <Relationship Id="rId4" Type="http://schemas.openxmlformats.org/officeDocument/2006/relationships/image" Target="../media/image_48c9cb35c4480bea.jpg"/>
  <Relationship Id="rId5" Type="http://schemas.openxmlformats.org/officeDocument/2006/relationships/notesSlide" Target="../notesSlides/notesSlide15.xml"/>
</Relationships>
</file>

<file path=ppt/slides/_rels/slide1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79bd13650adf5440.jpg"/>
  <Relationship Id="rId3" Type="http://schemas.openxmlformats.org/officeDocument/2006/relationships/image" Target="../media/image_21a5b4ea2062d327.jpg"/>
  <Relationship Id="rId4" Type="http://schemas.openxmlformats.org/officeDocument/2006/relationships/notesSlide" Target="../notesSlides/notesSlide16.xml"/>
</Relationships>
</file>

<file path=ppt/slides/_rels/slide1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a747c2ec440d4809.jpg"/>
  <Relationship Id="rId3" Type="http://schemas.openxmlformats.org/officeDocument/2006/relationships/image" Target="../media/image_b26e742b5d8f3c13.jpg"/>
  <Relationship Id="rId4" Type="http://schemas.openxmlformats.org/officeDocument/2006/relationships/notesSlide" Target="../notesSlides/notesSlide17.xml"/>
</Relationships>
</file>

<file path=ppt/slides/_rels/slide1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09ef0efc00b27ffe.jpg"/>
  <Relationship Id="rId3" Type="http://schemas.openxmlformats.org/officeDocument/2006/relationships/image" Target="../media/image_1cad6151d3c3cc38.jpg"/>
  <Relationship Id="rId4" Type="http://schemas.openxmlformats.org/officeDocument/2006/relationships/image" Target="../media/image_c2d0d27f4c1220d1.jpg"/>
  <Relationship Id="rId5" Type="http://schemas.openxmlformats.org/officeDocument/2006/relationships/notesSlide" Target="../notesSlides/notesSlide18.xml"/>
</Relationships>
</file>

<file path=ppt/slides/_rels/slide1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9.xml"/>
</Relationships>
</file>

<file path=ppt/slides/_rels/slide2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39490fd6ef9739d7.jpg"/>
  <Relationship Id="rId3" Type="http://schemas.openxmlformats.org/officeDocument/2006/relationships/image" Target="../media/image_4b1cfde831d15d00.jpg"/>
  <Relationship Id="rId4" Type="http://schemas.openxmlformats.org/officeDocument/2006/relationships/notesSlide" Target="../notesSlides/notesSlide20.xml"/>
</Relationships>
</file>

<file path=ppt/slides/_rels/slide2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8147db36bcc96a4a.jpg"/>
  <Relationship Id="rId3" Type="http://schemas.openxmlformats.org/officeDocument/2006/relationships/image" Target="../media/image_798358e895600dc7.jpg"/>
  <Relationship Id="rId4" Type="http://schemas.openxmlformats.org/officeDocument/2006/relationships/image" Target="../media/image_1c5c752836fbbf45.jpg"/>
  <Relationship Id="rId5" Type="http://schemas.openxmlformats.org/officeDocument/2006/relationships/notesSlide" Target="../notesSlides/notesSlide21.xml"/>
</Relationships>
</file>

<file path=ppt/slides/_rels/slide2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2.xml"/>
</Relationships>
</file>

<file path=ppt/slides/_rels/slide2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9ef50f50cc7fc81e.jpg"/>
  <Relationship Id="rId3" Type="http://schemas.openxmlformats.org/officeDocument/2006/relationships/image" Target="../media/image_67e5759980f59f3b.jpg"/>
  <Relationship Id="rId4" Type="http://schemas.openxmlformats.org/officeDocument/2006/relationships/image" Target="../media/image_39b863f60d7c3985.jpg"/>
  <Relationship Id="rId5" Type="http://schemas.openxmlformats.org/officeDocument/2006/relationships/image" Target="../media/image_9df8895837d44eda.jpg"/>
  <Relationship Id="rId6" Type="http://schemas.openxmlformats.org/officeDocument/2006/relationships/notesSlide" Target="../notesSlides/notesSlide23.xml"/>
</Relationships>
</file>

<file path=ppt/slides/_rels/slide2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4.xml"/>
</Relationships>
</file>

<file path=ppt/slides/_rels/slide2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5.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Ellipse 2"/>
          <p:cNvSpPr/>
          <p:nvPr/>
        </p:nvSpPr>
        <p:spPr>
          <a:xfrm>
            <a:off x="7277100" y="2000250"/>
            <a:ext cx="8305800" cy="8305800"/>
          </a:xfrm>
          <a:prstGeom prst="ellipse">
            <a:avLst/>
          </a:prstGeom>
          <a:solidFill>
            <a:schemeClr val="lt2"/>
          </a:solidFill>
          <a:ln>
            <a:noFill/>
          </a:ln>
        </p:spPr>
      </p:sp>
      <p:grpSp>
        <p:nvGrpSpPr>
          <p:cNvPr id="6" name="Group 6"/>
          <p:cNvGrpSpPr/>
          <p:nvPr/>
        </p:nvGrpSpPr>
        <p:grpSpPr>
          <a:xfrm>
            <a:off x="361950" y="514350"/>
            <a:ext cx="3854577" cy="2827020"/>
            <a:chOff x="361950" y="514350"/>
            <a:chExt cx="3854577" cy="2827020"/>
          </a:xfrm>
        </p:grpSpPr>
        <p:sp>
          <p:nvSpPr>
            <p:cNvPr id="3" name="Rectangle 3"/>
            <p:cNvSpPr/>
            <p:nvPr/>
          </p:nvSpPr>
          <p:spPr>
            <a:xfrm>
              <a:off x="381000" y="514350"/>
              <a:ext cx="1866900" cy="361950"/>
            </a:xfrm>
            <a:prstGeom prst="roundRect">
              <a:avLst>
                <a:gd name="adj" fmla="val 50000"/>
              </a:avLst>
            </a:prstGeom>
            <a:solidFill>
              <a:schemeClr val="accent2"/>
            </a:solidFill>
            <a:ln>
              <a:noFill/>
            </a:ln>
          </p:spPr>
        </p:sp>
        <p:sp>
          <p:nvSpPr>
            <p:cNvPr id="4" name="TextBox 4"/>
            <p:cNvSpPr txBox="1"/>
            <p:nvPr/>
          </p:nvSpPr>
          <p:spPr>
            <a:xfrm>
              <a:off x="763744" y="616268"/>
              <a:ext cx="1101412"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mn-lt"/>
                  <a:ea typeface="+mn-ea"/>
                  <a:cs typeface="+mn-cs"/>
                </a:rPr>
                <a:t>ベータ版 1.0.0</a:t>
              </a:r>
            </a:p>
          </p:txBody>
        </p:sp>
        <p:sp>
          <p:nvSpPr>
            <p:cNvPr id="5" name="TextBox 5"/>
            <p:cNvSpPr txBox="1"/>
            <p:nvPr/>
          </p:nvSpPr>
          <p:spPr>
            <a:xfrm>
              <a:off x="361950" y="1455420"/>
              <a:ext cx="3854577" cy="1885950"/>
            </a:xfrm>
            <a:prstGeom prst="rect">
              <a:avLst/>
            </a:prstGeom>
            <a:noFill/>
            <a:ln>
              <a:noFill/>
            </a:ln>
          </p:spPr>
          <p:txBody>
            <a:bodyPr wrap="square" lIns="0" tIns="0" rIns="0" bIns="0" anchor="t" anchorCtr="0"/>
            <a:lstStyle/>
            <a:p>
              <a:pPr algn="l">
                <a:lnSpc>
                  <a:spcPts val="6600"/>
                </a:lnSpc>
              </a:pPr>
              <a:r>
                <a:rPr lang="en-US" sz="5400" b="1" dirty="0">
                  <a:solidFill>
                    <a:schemeClr val="accent1"/>
                  </a:solidFill>
                  <a:latin typeface="+mn-lt"/>
                  <a:ea typeface="+mn-ea"/>
                  <a:cs typeface="+mn-cs"/>
                </a:rPr>
                <a:t>コードは</a:t>
              </a:r>
              <a:r>
                <a:rPr lang="zh-CN" sz="5400" b="1" dirty="0">
                  <a:solidFill>
                    <a:schemeClr val="accent1"/>
                  </a:solidFill>
                  <a:latin typeface="+mn-lt"/>
                  <a:ea typeface="+mn-ea"/>
                  <a:cs typeface="+mn-cs"/>
                </a:rPr>
                <a:t>読めなくていい。</a:t>
              </a:r>
            </a:p>
          </p:txBody>
        </p:sp>
      </p:grpSp>
      <p:grpSp>
        <p:nvGrpSpPr>
          <p:cNvPr id="10" name="Group 10"/>
          <p:cNvGrpSpPr/>
          <p:nvPr/>
        </p:nvGrpSpPr>
        <p:grpSpPr>
          <a:xfrm>
            <a:off x="369570" y="3295650"/>
            <a:ext cx="4058480" cy="1930717"/>
            <a:chOff x="369570" y="3295650"/>
            <a:chExt cx="4058480" cy="1930717"/>
          </a:xfrm>
        </p:grpSpPr>
        <p:sp>
          <p:nvSpPr>
            <p:cNvPr id="7" name="Rectangle 7"/>
            <p:cNvSpPr/>
            <p:nvPr/>
          </p:nvSpPr>
          <p:spPr>
            <a:xfrm>
              <a:off x="381000" y="3295650"/>
              <a:ext cx="66675" cy="400050"/>
            </a:xfrm>
            <a:prstGeom prst="roundRect">
              <a:avLst>
                <a:gd name="adj" fmla="val 50000"/>
              </a:avLst>
            </a:prstGeom>
            <a:solidFill>
              <a:schemeClr val="accent1"/>
            </a:solidFill>
            <a:ln>
              <a:noFill/>
            </a:ln>
          </p:spPr>
        </p:sp>
        <p:sp>
          <p:nvSpPr>
            <p:cNvPr id="8" name="TextBox 8"/>
            <p:cNvSpPr txBox="1"/>
            <p:nvPr/>
          </p:nvSpPr>
          <p:spPr>
            <a:xfrm>
              <a:off x="616458" y="3341370"/>
              <a:ext cx="3811592"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MacroStudio 操作マニュアル</a:t>
              </a:r>
            </a:p>
          </p:txBody>
        </p:sp>
        <p:sp>
          <p:nvSpPr>
            <p:cNvPr id="9" name="TextBox 9"/>
            <p:cNvSpPr txBox="1"/>
            <p:nvPr/>
          </p:nvSpPr>
          <p:spPr>
            <a:xfrm>
              <a:off x="369570" y="3948112"/>
              <a:ext cx="2523172" cy="1278255"/>
            </a:xfrm>
            <a:prstGeom prst="rect">
              <a:avLst/>
            </a:prstGeom>
            <a:noFill/>
            <a:ln>
              <a:noFill/>
            </a:ln>
          </p:spPr>
          <p:txBody>
            <a:bodyPr wrap="square" lIns="0" tIns="0" rIns="0" bIns="0" anchor="t" anchorCtr="0"/>
            <a:lstStyle/>
            <a:p>
              <a:pPr algn="l">
                <a:lnSpc>
                  <a:spcPts val="3300"/>
                </a:lnSpc>
              </a:pPr>
              <a:r>
                <a:rPr lang="zh-CN" sz="2250" dirty="0">
                  <a:solidFill>
                    <a:schemeClr val="dk1"/>
                  </a:solidFill>
                  <a:latin typeface="+mn-lt"/>
                  <a:ea typeface="+mn-ea"/>
                  <a:cs typeface="+mn-cs"/>
                </a:rPr>
                <a:t>AIチャットが使えれば、Excel マクロは直せます。開発画面は開きません。</a:t>
              </a:r>
            </a:p>
          </p:txBody>
        </p:sp>
      </p:grpSp>
      <p:grpSp>
        <p:nvGrpSpPr>
          <p:cNvPr id="15" name="Group 15"/>
          <p:cNvGrpSpPr/>
          <p:nvPr/>
        </p:nvGrpSpPr>
        <p:grpSpPr>
          <a:xfrm>
            <a:off x="6667500" y="2305050"/>
            <a:ext cx="6400800" cy="4019550"/>
            <a:chOff x="6667500" y="2305050"/>
            <a:chExt cx="6400800" cy="4019550"/>
          </a:xfrm>
        </p:grpSpPr>
        <p:pic>
          <p:nvPicPr>
            <p:cNvPr id="11" name="Image 11"/>
            <p:cNvPicPr>
              <a:picLocks noChangeAspect="1"/>
            </p:cNvPicPr>
            <p:nvPr/>
          </p:nvPicPr>
          <p:blipFill>
            <a:blip r:embed="rId2"/>
            <a:stretch>
              <a:fillRect/>
            </a:stretch>
          </p:blipFill>
          <p:spPr>
            <a:xfrm>
              <a:off x="6667500" y="2724150"/>
              <a:ext cx="6400800" cy="3600450"/>
            </a:xfrm>
            <a:prstGeom prst="roundRect">
              <a:avLst>
                <a:gd name="adj" fmla="val 3703"/>
              </a:avLst>
            </a:prstGeom>
          </p:spPr>
        </p:pic>
        <p:sp>
          <p:nvSpPr>
            <p:cNvPr id="12" name="Rectangle 12"/>
            <p:cNvSpPr/>
            <p:nvPr/>
          </p:nvSpPr>
          <p:spPr>
            <a:xfrm>
              <a:off x="6667500" y="2724150"/>
              <a:ext cx="6400800" cy="3600450"/>
            </a:xfrm>
            <a:prstGeom prst="roundRect">
              <a:avLst>
                <a:gd name="adj" fmla="val 3704"/>
              </a:avLst>
            </a:prstGeom>
            <a:noFill/>
            <a:ln w="19050">
              <a:solidFill>
                <a:schemeClr val="accent1"/>
              </a:solidFill>
            </a:ln>
          </p:spPr>
        </p:sp>
        <p:sp>
          <p:nvSpPr>
            <p:cNvPr id="13" name="Rectangle 13"/>
            <p:cNvSpPr/>
            <p:nvPr/>
          </p:nvSpPr>
          <p:spPr>
            <a:xfrm>
              <a:off x="6896100" y="2305050"/>
              <a:ext cx="2552700" cy="323850"/>
            </a:xfrm>
            <a:prstGeom prst="roundRect">
              <a:avLst>
                <a:gd name="adj" fmla="val 50000"/>
              </a:avLst>
            </a:prstGeom>
            <a:solidFill>
              <a:schemeClr val="lt1"/>
            </a:solidFill>
            <a:ln w="9525">
              <a:solidFill>
                <a:srgbClr val="E2E8F0"/>
              </a:solidFill>
            </a:ln>
          </p:spPr>
        </p:sp>
        <p:sp>
          <p:nvSpPr>
            <p:cNvPr id="14" name="TextBox 14"/>
            <p:cNvSpPr txBox="1"/>
            <p:nvPr/>
          </p:nvSpPr>
          <p:spPr>
            <a:xfrm>
              <a:off x="7434101" y="2378392"/>
              <a:ext cx="1476699" cy="264033"/>
            </a:xfrm>
            <a:prstGeom prst="rect">
              <a:avLst/>
            </a:prstGeom>
            <a:noFill/>
            <a:ln>
              <a:noFill/>
            </a:ln>
          </p:spPr>
          <p:txBody>
            <a:bodyPr wrap="none" lIns="0" tIns="0" rIns="0" bIns="0" anchor="t" anchorCtr="0">
              <a:spAutoFit/>
            </a:bodyPr>
            <a:lstStyle/>
            <a:p>
              <a:pPr algn="ctr"/>
              <a:r>
                <a:rPr lang="zh-CN" sz="1350" dirty="0">
                  <a:solidFill>
                    <a:srgbClr val="5B6B7C"/>
                  </a:solidFill>
                  <a:latin typeface="+mn-lt"/>
                  <a:ea typeface="+mn-ea"/>
                  <a:cs typeface="+mn-cs"/>
                </a:rPr>
                <a:t>画面はサンプルのブックです</a:t>
              </a:r>
            </a:p>
          </p:txBody>
        </p:sp>
      </p:grpSp>
      <p:grpSp>
        <p:nvGrpSpPr>
          <p:cNvPr id="17" name="Group 17"/>
          <p:cNvGrpSpPr/>
          <p:nvPr/>
        </p:nvGrpSpPr>
        <p:grpSpPr>
          <a:xfrm>
            <a:off x="374904" y="6156960"/>
            <a:ext cx="3197352" cy="463296"/>
            <a:chOff x="374904" y="6156960"/>
            <a:chExt cx="3197352" cy="463296"/>
          </a:xfrm>
        </p:grpSpPr>
        <p:sp>
          <p:nvSpPr>
            <p:cNvPr id="16" name="TextBox 16"/>
            <p:cNvSpPr txBox="1"/>
            <p:nvPr/>
          </p:nvSpPr>
          <p:spPr>
            <a:xfrm>
              <a:off x="374904" y="6156960"/>
              <a:ext cx="3197352" cy="463296"/>
            </a:xfrm>
            <a:prstGeom prst="rect">
              <a:avLst/>
            </a:prstGeom>
            <a:noFill/>
            <a:ln>
              <a:noFill/>
            </a:ln>
          </p:spPr>
          <p:txBody>
            <a:bodyPr wrap="square" lIns="0" tIns="0" rIns="0" bIns="0" anchor="t" anchorCtr="0"/>
            <a:lstStyle/>
            <a:p>
              <a:pPr algn="l">
                <a:lnSpc>
                  <a:spcPts val="1800"/>
                </a:lnSpc>
              </a:pPr>
              <a:r>
                <a:rPr lang="zh-CN" sz="1200" dirty="0">
                  <a:solidFill>
                    <a:srgbClr val="5B6B7C"/>
                  </a:solidFill>
                  <a:latin typeface="+mn-lt"/>
                  <a:ea typeface="+mn-ea"/>
                  <a:cs typeface="+mn-cs"/>
                </a:rPr>
                <a:t>サービス説明と操作マニュアル</a:t>
              </a:r>
              <a:r>
                <a:rPr lang="en-US" sz="1200" dirty="0">
                  <a:solidFill>
                    <a:srgbClr val="5B6B7C"/>
                  </a:solidFill>
                  <a:latin typeface="+mn-lt"/>
                  <a:ea typeface="+mn-ea"/>
                  <a:cs typeface="+mn-cs"/>
                </a:rPr>
                <a:t xml:space="preserve"> </a:t>
              </a:r>
              <a:r>
                <a:rPr lang="zh-CN" sz="1200" dirty="0">
                  <a:solidFill>
                    <a:srgbClr val="5B6B7C"/>
                  </a:solidFill>
                  <a:latin typeface="+mn-lt"/>
                  <a:ea typeface="+mn-ea"/>
                  <a:cs typeface="+mn-cs"/>
                </a:rPr>
                <a:t>ベータ版のため、画面の文言や配置は今後変わることがあります</a:t>
              </a:r>
            </a:p>
          </p:txBody>
        </p:sp>
      </p:gr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Group 6"/>
          <p:cNvGrpSpPr/>
          <p:nvPr/>
        </p:nvGrpSpPr>
        <p:grpSpPr>
          <a:xfrm>
            <a:off x="381000" y="476250"/>
            <a:ext cx="11430000" cy="657225"/>
            <a:chOff x="381000" y="476250"/>
            <a:chExt cx="11430000" cy="657225"/>
          </a:xfrm>
        </p:grpSpPr>
        <p:sp>
          <p:nvSpPr>
            <p:cNvPr id="2" name="Rectangle 2"/>
            <p:cNvSpPr/>
            <p:nvPr/>
          </p:nvSpPr>
          <p:spPr>
            <a:xfrm>
              <a:off x="381000" y="476250"/>
              <a:ext cx="1257300" cy="342900"/>
            </a:xfrm>
            <a:prstGeom prst="roundRect">
              <a:avLst>
                <a:gd name="adj" fmla="val 50000"/>
              </a:avLst>
            </a:prstGeom>
            <a:solidFill>
              <a:schemeClr val="accent1"/>
            </a:solidFill>
            <a:ln>
              <a:noFill/>
            </a:ln>
          </p:spPr>
        </p:sp>
        <p:sp>
          <p:nvSpPr>
            <p:cNvPr id="3" name="TextBox 3"/>
            <p:cNvSpPr txBox="1"/>
            <p:nvPr/>
          </p:nvSpPr>
          <p:spPr>
            <a:xfrm>
              <a:off x="554356" y="568642"/>
              <a:ext cx="910588"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mn-lt"/>
                  <a:ea typeface="+mn-ea"/>
                  <a:cs typeface="+mn-cs"/>
                </a:rPr>
                <a:t>第一部 · 1</a:t>
              </a:r>
            </a:p>
          </p:txBody>
        </p:sp>
        <p:sp>
          <p:nvSpPr>
            <p:cNvPr id="4" name="TextBox 4"/>
            <p:cNvSpPr txBox="1"/>
            <p:nvPr/>
          </p:nvSpPr>
          <p:spPr>
            <a:xfrm>
              <a:off x="1793748" y="479108"/>
              <a:ext cx="5731276" cy="616077"/>
            </a:xfrm>
            <a:prstGeom prst="rect">
              <a:avLst/>
            </a:prstGeom>
            <a:noFill/>
            <a:ln>
              <a:noFill/>
            </a:ln>
          </p:spPr>
          <p:txBody>
            <a:bodyPr wrap="none" lIns="0" tIns="0" rIns="0" bIns="0" anchor="t" anchorCtr="0">
              <a:spAutoFit/>
            </a:bodyPr>
            <a:lstStyle/>
            <a:p>
              <a:pPr algn="l"/>
              <a:r>
                <a:rPr lang="zh-CN" sz="3150" b="1" dirty="0">
                  <a:solidFill>
                    <a:schemeClr val="dk1"/>
                  </a:solidFill>
                  <a:latin typeface="+mn-lt"/>
                  <a:ea typeface="+mn-ea"/>
                  <a:cs typeface="+mn-cs"/>
                </a:rPr>
                <a:t>マクロは残っているのに、直せる人がいない</a:t>
              </a:r>
            </a:p>
          </p:txBody>
        </p:sp>
        <p:sp>
          <p:nvSpPr>
            <p:cNvPr id="5" name="Line 5"/>
            <p:cNvSpPr/>
            <p:nvPr/>
          </p:nvSpPr>
          <p:spPr>
            <a:xfrm>
              <a:off x="381000" y="1123950"/>
              <a:ext cx="11430000" cy="9525"/>
            </a:xfrm>
            <a:custGeom>
              <a:avLst/>
              <a:gdLst/>
              <a:ahLst/>
              <a:cxnLst/>
              <a:rect l="l" t="t" r="r" b="b"/>
              <a:pathLst>
                <a:path w="11430000" h="9525">
                  <a:moveTo>
                    <a:pt x="0" y="0"/>
                  </a:moveTo>
                  <a:lnTo>
                    <a:pt x="11430000" y="0"/>
                  </a:lnTo>
                </a:path>
              </a:pathLst>
            </a:custGeom>
            <a:noFill/>
            <a:ln w="9525">
              <a:solidFill>
                <a:srgbClr val="E2E8F0"/>
              </a:solidFill>
            </a:ln>
          </p:spPr>
        </p:sp>
      </p:grpSp>
      <p:grpSp>
        <p:nvGrpSpPr>
          <p:cNvPr id="12" name="Group 12"/>
          <p:cNvGrpSpPr/>
          <p:nvPr/>
        </p:nvGrpSpPr>
        <p:grpSpPr>
          <a:xfrm>
            <a:off x="381000" y="1409700"/>
            <a:ext cx="5600700" cy="2152650"/>
            <a:chOff x="381000" y="1409700"/>
            <a:chExt cx="5600700" cy="2152650"/>
          </a:xfrm>
        </p:grpSpPr>
        <p:sp>
          <p:nvSpPr>
            <p:cNvPr id="7" name="Rectangle 7"/>
            <p:cNvSpPr/>
            <p:nvPr/>
          </p:nvSpPr>
          <p:spPr>
            <a:xfrm>
              <a:off x="381000" y="1409700"/>
              <a:ext cx="5600700" cy="2152650"/>
            </a:xfrm>
            <a:prstGeom prst="roundRect">
              <a:avLst>
                <a:gd name="adj" fmla="val 7080"/>
              </a:avLst>
            </a:prstGeom>
            <a:solidFill>
              <a:schemeClr val="accent6"/>
            </a:solidFill>
            <a:ln>
              <a:noFill/>
            </a:ln>
          </p:spPr>
        </p:sp>
        <p:grpSp>
          <p:nvGrpSpPr>
            <p:cNvPr id="10" name="Group 10"/>
            <p:cNvGrpSpPr/>
            <p:nvPr/>
          </p:nvGrpSpPr>
          <p:grpSpPr>
            <a:xfrm>
              <a:off x="793748" y="1749425"/>
              <a:ext cx="279403" cy="349251"/>
              <a:chOff x="793748" y="1749425"/>
              <a:chExt cx="279403" cy="349251"/>
            </a:xfrm>
          </p:grpSpPr>
          <p:sp>
            <p:nvSpPr>
              <p:cNvPr id="8" name="Freeform 8"/>
              <p:cNvSpPr/>
              <p:nvPr/>
            </p:nvSpPr>
            <p:spPr>
              <a:xfrm>
                <a:off x="793748" y="1749425"/>
                <a:ext cx="279403" cy="349251"/>
              </a:xfrm>
              <a:custGeom>
                <a:avLst/>
                <a:gdLst/>
                <a:ahLst/>
                <a:cxnLst/>
                <a:rect l="l" t="t" r="r" b="b"/>
                <a:pathLst>
                  <a:path w="279403" h="349251">
                    <a:moveTo>
                      <a:pt x="139701" y="0"/>
                    </a:moveTo>
                    <a:lnTo>
                      <a:pt x="141744" y="122"/>
                    </a:lnTo>
                    <a:cubicBezTo>
                      <a:pt x="149768" y="1068"/>
                      <a:pt x="156095" y="7396"/>
                      <a:pt x="157042" y="15419"/>
                    </a:cubicBezTo>
                    <a:lnTo>
                      <a:pt x="157164" y="17462"/>
                    </a:lnTo>
                    <a:lnTo>
                      <a:pt x="157164" y="87312"/>
                    </a:lnTo>
                    <a:lnTo>
                      <a:pt x="157251" y="89932"/>
                    </a:lnTo>
                    <a:cubicBezTo>
                      <a:pt x="158542" y="107113"/>
                      <a:pt x="172170" y="120785"/>
                      <a:pt x="189347" y="122133"/>
                    </a:cubicBezTo>
                    <a:lnTo>
                      <a:pt x="192089" y="122237"/>
                    </a:lnTo>
                    <a:lnTo>
                      <a:pt x="261939" y="122237"/>
                    </a:lnTo>
                    <a:lnTo>
                      <a:pt x="263982" y="122360"/>
                    </a:lnTo>
                    <a:cubicBezTo>
                      <a:pt x="272006" y="123306"/>
                      <a:pt x="278333" y="129633"/>
                      <a:pt x="279279" y="137657"/>
                    </a:cubicBezTo>
                    <a:lnTo>
                      <a:pt x="279401" y="139700"/>
                    </a:lnTo>
                    <a:lnTo>
                      <a:pt x="279401" y="296862"/>
                    </a:lnTo>
                    <a:cubicBezTo>
                      <a:pt x="279403" y="324602"/>
                      <a:pt x="257779" y="347535"/>
                      <a:pt x="230087" y="349162"/>
                    </a:cubicBezTo>
                    <a:lnTo>
                      <a:pt x="227014" y="349249"/>
                    </a:lnTo>
                    <a:lnTo>
                      <a:pt x="52389" y="349249"/>
                    </a:lnTo>
                    <a:cubicBezTo>
                      <a:pt x="24649" y="349251"/>
                      <a:pt x="1716" y="327628"/>
                      <a:pt x="89" y="299935"/>
                    </a:cubicBezTo>
                    <a:lnTo>
                      <a:pt x="2" y="296862"/>
                    </a:lnTo>
                    <a:lnTo>
                      <a:pt x="2" y="52387"/>
                    </a:lnTo>
                    <a:cubicBezTo>
                      <a:pt x="0" y="24647"/>
                      <a:pt x="21623" y="1715"/>
                      <a:pt x="49316" y="87"/>
                    </a:cubicBezTo>
                    <a:lnTo>
                      <a:pt x="52389" y="0"/>
                    </a:lnTo>
                    <a:close/>
                    <a:moveTo>
                      <a:pt x="112582" y="193938"/>
                    </a:moveTo>
                    <a:cubicBezTo>
                      <a:pt x="103960" y="189632"/>
                      <a:pt x="93479" y="193126"/>
                      <a:pt x="89165" y="201744"/>
                    </a:cubicBezTo>
                    <a:lnTo>
                      <a:pt x="71702" y="236669"/>
                    </a:lnTo>
                    <a:cubicBezTo>
                      <a:pt x="69247" y="241583"/>
                      <a:pt x="69247" y="247366"/>
                      <a:pt x="71702" y="252280"/>
                    </a:cubicBezTo>
                    <a:lnTo>
                      <a:pt x="89165" y="287205"/>
                    </a:lnTo>
                    <a:cubicBezTo>
                      <a:pt x="93479" y="295823"/>
                      <a:pt x="103960" y="299317"/>
                      <a:pt x="112582" y="295011"/>
                    </a:cubicBezTo>
                    <a:lnTo>
                      <a:pt x="114363" y="293998"/>
                    </a:lnTo>
                    <a:cubicBezTo>
                      <a:pt x="121759" y="289136"/>
                      <a:pt x="124348" y="279509"/>
                      <a:pt x="120388" y="271594"/>
                    </a:cubicBezTo>
                    <a:lnTo>
                      <a:pt x="106837" y="244475"/>
                    </a:lnTo>
                    <a:lnTo>
                      <a:pt x="120388" y="217355"/>
                    </a:lnTo>
                    <a:cubicBezTo>
                      <a:pt x="124694" y="208733"/>
                      <a:pt x="121200" y="198252"/>
                      <a:pt x="112582" y="193938"/>
                    </a:cubicBezTo>
                    <a:moveTo>
                      <a:pt x="190238" y="201744"/>
                    </a:moveTo>
                    <a:cubicBezTo>
                      <a:pt x="185923" y="193126"/>
                      <a:pt x="175443" y="189632"/>
                      <a:pt x="166821" y="193938"/>
                    </a:cubicBezTo>
                    <a:lnTo>
                      <a:pt x="165039" y="194951"/>
                    </a:lnTo>
                    <a:cubicBezTo>
                      <a:pt x="157643" y="199813"/>
                      <a:pt x="155055" y="209440"/>
                      <a:pt x="159015" y="217355"/>
                    </a:cubicBezTo>
                    <a:lnTo>
                      <a:pt x="172531" y="244475"/>
                    </a:lnTo>
                    <a:lnTo>
                      <a:pt x="158997" y="271594"/>
                    </a:lnTo>
                    <a:cubicBezTo>
                      <a:pt x="155041" y="280158"/>
                      <a:pt x="158602" y="290317"/>
                      <a:pt x="167041" y="294536"/>
                    </a:cubicBezTo>
                    <a:cubicBezTo>
                      <a:pt x="175479" y="298755"/>
                      <a:pt x="185742" y="295509"/>
                      <a:pt x="190220" y="287205"/>
                    </a:cubicBezTo>
                    <a:lnTo>
                      <a:pt x="207683" y="252280"/>
                    </a:lnTo>
                    <a:cubicBezTo>
                      <a:pt x="210138" y="247366"/>
                      <a:pt x="210138" y="241583"/>
                      <a:pt x="207683" y="236669"/>
                    </a:cubicBezTo>
                    <a:close/>
                  </a:path>
                </a:pathLst>
              </a:custGeom>
              <a:solidFill>
                <a:schemeClr val="accent3"/>
              </a:solidFill>
              <a:ln>
                <a:noFill/>
              </a:ln>
            </p:spPr>
          </p:sp>
          <p:sp>
            <p:nvSpPr>
              <p:cNvPr id="9" name="Freeform 9"/>
              <p:cNvSpPr/>
              <p:nvPr/>
            </p:nvSpPr>
            <p:spPr>
              <a:xfrm>
                <a:off x="985820" y="1766870"/>
                <a:ext cx="69867" cy="69867"/>
              </a:xfrm>
              <a:custGeom>
                <a:avLst/>
                <a:gdLst/>
                <a:ahLst/>
                <a:cxnLst/>
                <a:rect l="l" t="t" r="r" b="b"/>
                <a:pathLst>
                  <a:path w="69867" h="69867">
                    <a:moveTo>
                      <a:pt x="69867" y="69867"/>
                    </a:moveTo>
                    <a:lnTo>
                      <a:pt x="17" y="69867"/>
                    </a:lnTo>
                    <a:lnTo>
                      <a:pt x="0" y="0"/>
                    </a:lnTo>
                    <a:close/>
                  </a:path>
                </a:pathLst>
              </a:custGeom>
              <a:solidFill>
                <a:schemeClr val="accent3"/>
              </a:solidFill>
              <a:ln>
                <a:noFill/>
              </a:ln>
            </p:spPr>
          </p:sp>
        </p:grpSp>
        <p:sp>
          <p:nvSpPr>
            <p:cNvPr id="11" name="TextBox 11"/>
            <p:cNvSpPr txBox="1"/>
            <p:nvPr/>
          </p:nvSpPr>
          <p:spPr>
            <a:xfrm>
              <a:off x="712470" y="2481262"/>
              <a:ext cx="3180398" cy="840105"/>
            </a:xfrm>
            <a:prstGeom prst="rect">
              <a:avLst/>
            </a:prstGeom>
            <a:noFill/>
            <a:ln>
              <a:noFill/>
            </a:ln>
          </p:spPr>
          <p:txBody>
            <a:bodyPr wrap="square" lIns="0" tIns="0" rIns="0" bIns="0" anchor="t" anchorCtr="0"/>
            <a:lstStyle/>
            <a:p>
              <a:pPr algn="l">
                <a:lnSpc>
                  <a:spcPts val="3150"/>
                </a:lnSpc>
              </a:pPr>
              <a:r>
                <a:rPr lang="zh-CN" sz="2250" dirty="0">
                  <a:solidFill>
                    <a:schemeClr val="dk1"/>
                  </a:solidFill>
                  <a:latin typeface="+mn-lt"/>
                  <a:ea typeface="+mn-ea"/>
                  <a:cs typeface="+mn-cs"/>
                </a:rPr>
                <a:t>業務マクロは部門ごとに育ち、作った人はもう居ないことが多い。</a:t>
              </a:r>
            </a:p>
          </p:txBody>
        </p:sp>
      </p:grpSp>
      <p:grpSp>
        <p:nvGrpSpPr>
          <p:cNvPr id="18" name="Group 18"/>
          <p:cNvGrpSpPr/>
          <p:nvPr/>
        </p:nvGrpSpPr>
        <p:grpSpPr>
          <a:xfrm>
            <a:off x="6210300" y="1409700"/>
            <a:ext cx="5600700" cy="2152650"/>
            <a:chOff x="6210300" y="1409700"/>
            <a:chExt cx="5600700" cy="2152650"/>
          </a:xfrm>
        </p:grpSpPr>
        <p:sp>
          <p:nvSpPr>
            <p:cNvPr id="13" name="Rectangle 13"/>
            <p:cNvSpPr/>
            <p:nvPr/>
          </p:nvSpPr>
          <p:spPr>
            <a:xfrm>
              <a:off x="6210300" y="1409700"/>
              <a:ext cx="5600700" cy="2152650"/>
            </a:xfrm>
            <a:prstGeom prst="roundRect">
              <a:avLst>
                <a:gd name="adj" fmla="val 7080"/>
              </a:avLst>
            </a:prstGeom>
            <a:solidFill>
              <a:schemeClr val="accent6"/>
            </a:solidFill>
            <a:ln>
              <a:noFill/>
            </a:ln>
          </p:spPr>
        </p:sp>
        <p:grpSp>
          <p:nvGrpSpPr>
            <p:cNvPr id="16" name="Group 16"/>
            <p:cNvGrpSpPr/>
            <p:nvPr/>
          </p:nvGrpSpPr>
          <p:grpSpPr>
            <a:xfrm>
              <a:off x="6640512" y="1749425"/>
              <a:ext cx="244475" cy="349250"/>
              <a:chOff x="6640512" y="1749425"/>
              <a:chExt cx="244475" cy="349250"/>
            </a:xfrm>
          </p:grpSpPr>
          <p:sp>
            <p:nvSpPr>
              <p:cNvPr id="14" name="Freeform 14"/>
              <p:cNvSpPr/>
              <p:nvPr/>
            </p:nvSpPr>
            <p:spPr>
              <a:xfrm>
                <a:off x="6675437" y="1749425"/>
                <a:ext cx="174625" cy="174625"/>
              </a:xfrm>
              <a:custGeom>
                <a:avLst/>
                <a:gdLst/>
                <a:ahLst/>
                <a:cxnLst/>
                <a:rect l="l" t="t" r="r" b="b"/>
                <a:pathLst>
                  <a:path w="174625" h="174625">
                    <a:moveTo>
                      <a:pt x="87312" y="0"/>
                    </a:moveTo>
                    <a:cubicBezTo>
                      <a:pt x="135534" y="0"/>
                      <a:pt x="174625" y="39091"/>
                      <a:pt x="174625" y="87312"/>
                    </a:cubicBezTo>
                    <a:cubicBezTo>
                      <a:pt x="174625" y="135534"/>
                      <a:pt x="135534" y="174625"/>
                      <a:pt x="87312" y="174625"/>
                    </a:cubicBezTo>
                    <a:cubicBezTo>
                      <a:pt x="39091" y="174625"/>
                      <a:pt x="0" y="135534"/>
                      <a:pt x="0" y="87312"/>
                    </a:cubicBezTo>
                    <a:lnTo>
                      <a:pt x="87" y="83523"/>
                    </a:lnTo>
                    <a:cubicBezTo>
                      <a:pt x="2116" y="36821"/>
                      <a:pt x="40567" y="3"/>
                      <a:pt x="87312" y="0"/>
                    </a:cubicBezTo>
                    <a:close/>
                  </a:path>
                </a:pathLst>
              </a:custGeom>
              <a:solidFill>
                <a:schemeClr val="accent3"/>
              </a:solidFill>
              <a:ln>
                <a:noFill/>
              </a:ln>
            </p:spPr>
          </p:sp>
          <p:sp>
            <p:nvSpPr>
              <p:cNvPr id="15" name="Freeform 15"/>
              <p:cNvSpPr/>
              <p:nvPr/>
            </p:nvSpPr>
            <p:spPr>
              <a:xfrm>
                <a:off x="6640512" y="1958975"/>
                <a:ext cx="244475" cy="139700"/>
              </a:xfrm>
              <a:custGeom>
                <a:avLst/>
                <a:gdLst/>
                <a:ahLst/>
                <a:cxnLst/>
                <a:rect l="l" t="t" r="r" b="b"/>
                <a:pathLst>
                  <a:path w="244475" h="139700">
                    <a:moveTo>
                      <a:pt x="157162" y="0"/>
                    </a:moveTo>
                    <a:cubicBezTo>
                      <a:pt x="205383" y="0"/>
                      <a:pt x="244475" y="39091"/>
                      <a:pt x="244475" y="87312"/>
                    </a:cubicBezTo>
                    <a:lnTo>
                      <a:pt x="244475" y="104775"/>
                    </a:lnTo>
                    <a:cubicBezTo>
                      <a:pt x="244475" y="124063"/>
                      <a:pt x="228838" y="139700"/>
                      <a:pt x="209550" y="139700"/>
                    </a:cubicBezTo>
                    <a:lnTo>
                      <a:pt x="34925" y="139700"/>
                    </a:lnTo>
                    <a:cubicBezTo>
                      <a:pt x="15636" y="139700"/>
                      <a:pt x="0" y="124063"/>
                      <a:pt x="0" y="104775"/>
                    </a:cubicBezTo>
                    <a:lnTo>
                      <a:pt x="0" y="87312"/>
                    </a:lnTo>
                    <a:cubicBezTo>
                      <a:pt x="0" y="39091"/>
                      <a:pt x="39091" y="0"/>
                      <a:pt x="87312" y="0"/>
                    </a:cubicBezTo>
                    <a:lnTo>
                      <a:pt x="157162" y="0"/>
                    </a:lnTo>
                    <a:close/>
                  </a:path>
                </a:pathLst>
              </a:custGeom>
              <a:solidFill>
                <a:schemeClr val="accent3"/>
              </a:solidFill>
              <a:ln>
                <a:noFill/>
              </a:ln>
            </p:spPr>
          </p:sp>
        </p:grpSp>
        <p:sp>
          <p:nvSpPr>
            <p:cNvPr id="17" name="TextBox 17"/>
            <p:cNvSpPr txBox="1"/>
            <p:nvPr/>
          </p:nvSpPr>
          <p:spPr>
            <a:xfrm>
              <a:off x="6541770" y="2271712"/>
              <a:ext cx="2680335" cy="1240155"/>
            </a:xfrm>
            <a:prstGeom prst="rect">
              <a:avLst/>
            </a:prstGeom>
            <a:noFill/>
            <a:ln>
              <a:noFill/>
            </a:ln>
          </p:spPr>
          <p:txBody>
            <a:bodyPr wrap="square" lIns="0" tIns="0" rIns="0" bIns="0" anchor="t" anchorCtr="0"/>
            <a:lstStyle/>
            <a:p>
              <a:pPr algn="l">
                <a:lnSpc>
                  <a:spcPts val="3150"/>
                </a:lnSpc>
              </a:pPr>
              <a:r>
                <a:rPr lang="zh-CN" sz="2250" dirty="0">
                  <a:solidFill>
                    <a:schemeClr val="dk1"/>
                  </a:solidFill>
                  <a:latin typeface="+mn-lt"/>
                  <a:ea typeface="+mn-ea"/>
                  <a:cs typeface="+mn-cs"/>
                </a:rPr>
                <a:t>直すには開発画面を開いて</a:t>
              </a:r>
              <a:r>
                <a:rPr lang="en-US" sz="2250" dirty="0">
                  <a:solidFill>
                    <a:schemeClr val="dk1"/>
                  </a:solidFill>
                  <a:latin typeface="+mn-lt"/>
                  <a:ea typeface="+mn-ea"/>
                  <a:cs typeface="+mn-cs"/>
                </a:rPr>
                <a:t xml:space="preserve"> </a:t>
              </a:r>
              <a:r>
                <a:rPr lang="zh-CN" sz="2250" dirty="0">
                  <a:solidFill>
                    <a:schemeClr val="dk1"/>
                  </a:solidFill>
                  <a:latin typeface="+mn-lt"/>
                  <a:ea typeface="+mn-ea"/>
                  <a:cs typeface="+mn-cs"/>
                </a:rPr>
                <a:t>コードを読む必要があり、担当者には手が出ない。</a:t>
              </a:r>
            </a:p>
          </p:txBody>
        </p:sp>
      </p:grpSp>
      <p:grpSp>
        <p:nvGrpSpPr>
          <p:cNvPr id="22" name="Group 22"/>
          <p:cNvGrpSpPr/>
          <p:nvPr/>
        </p:nvGrpSpPr>
        <p:grpSpPr>
          <a:xfrm>
            <a:off x="381000" y="3790950"/>
            <a:ext cx="5600700" cy="2152650"/>
            <a:chOff x="381000" y="3790950"/>
            <a:chExt cx="5600700" cy="2152650"/>
          </a:xfrm>
        </p:grpSpPr>
        <p:sp>
          <p:nvSpPr>
            <p:cNvPr id="19" name="Rectangle 19"/>
            <p:cNvSpPr/>
            <p:nvPr/>
          </p:nvSpPr>
          <p:spPr>
            <a:xfrm>
              <a:off x="381000" y="3790950"/>
              <a:ext cx="5600700" cy="2152650"/>
            </a:xfrm>
            <a:prstGeom prst="roundRect">
              <a:avLst>
                <a:gd name="adj" fmla="val 7080"/>
              </a:avLst>
            </a:prstGeom>
            <a:solidFill>
              <a:schemeClr val="accent6"/>
            </a:solidFill>
            <a:ln>
              <a:noFill/>
            </a:ln>
          </p:spPr>
        </p:sp>
        <p:sp>
          <p:nvSpPr>
            <p:cNvPr id="20" name="Freeform 20"/>
            <p:cNvSpPr/>
            <p:nvPr/>
          </p:nvSpPr>
          <p:spPr>
            <a:xfrm>
              <a:off x="738888" y="4124912"/>
              <a:ext cx="388920" cy="337480"/>
            </a:xfrm>
            <a:custGeom>
              <a:avLst/>
              <a:gdLst/>
              <a:ahLst/>
              <a:cxnLst/>
              <a:rect l="l" t="t" r="r" b="b"/>
              <a:pathLst>
                <a:path w="388920" h="337480">
                  <a:moveTo>
                    <a:pt x="194562" y="0"/>
                  </a:moveTo>
                  <a:cubicBezTo>
                    <a:pt x="211238" y="0"/>
                    <a:pt x="226780" y="8155"/>
                    <a:pt x="236297" y="21776"/>
                  </a:cubicBezTo>
                  <a:lnTo>
                    <a:pt x="238130" y="24570"/>
                  </a:lnTo>
                  <a:lnTo>
                    <a:pt x="379821" y="261151"/>
                  </a:lnTo>
                  <a:cubicBezTo>
                    <a:pt x="388574" y="276311"/>
                    <a:pt x="388920" y="294906"/>
                    <a:pt x="380737" y="310381"/>
                  </a:cubicBezTo>
                  <a:cubicBezTo>
                    <a:pt x="372555" y="325856"/>
                    <a:pt x="356992" y="336039"/>
                    <a:pt x="339535" y="337340"/>
                  </a:cubicBezTo>
                  <a:lnTo>
                    <a:pt x="336130" y="337480"/>
                  </a:lnTo>
                  <a:lnTo>
                    <a:pt x="52801" y="337480"/>
                  </a:lnTo>
                  <a:cubicBezTo>
                    <a:pt x="35327" y="337283"/>
                    <a:pt x="19177" y="328134"/>
                    <a:pt x="10025" y="313247"/>
                  </a:cubicBezTo>
                  <a:cubicBezTo>
                    <a:pt x="873" y="298360"/>
                    <a:pt x="0" y="279818"/>
                    <a:pt x="7713" y="264137"/>
                  </a:cubicBezTo>
                  <a:lnTo>
                    <a:pt x="9442" y="260907"/>
                  </a:lnTo>
                  <a:lnTo>
                    <a:pt x="151063" y="24500"/>
                  </a:lnTo>
                  <a:cubicBezTo>
                    <a:pt x="160285" y="9293"/>
                    <a:pt x="176777" y="4"/>
                    <a:pt x="194562" y="0"/>
                  </a:cubicBezTo>
                  <a:close/>
                  <a:moveTo>
                    <a:pt x="194736" y="232775"/>
                  </a:moveTo>
                  <a:lnTo>
                    <a:pt x="192518" y="232897"/>
                  </a:lnTo>
                  <a:cubicBezTo>
                    <a:pt x="183734" y="233942"/>
                    <a:pt x="177119" y="241391"/>
                    <a:pt x="177119" y="250237"/>
                  </a:cubicBezTo>
                  <a:cubicBezTo>
                    <a:pt x="177119" y="259084"/>
                    <a:pt x="183734" y="266533"/>
                    <a:pt x="192518" y="267577"/>
                  </a:cubicBezTo>
                  <a:lnTo>
                    <a:pt x="194562" y="267700"/>
                  </a:lnTo>
                  <a:lnTo>
                    <a:pt x="196779" y="267577"/>
                  </a:lnTo>
                  <a:cubicBezTo>
                    <a:pt x="205564" y="266533"/>
                    <a:pt x="212179" y="259084"/>
                    <a:pt x="212179" y="250237"/>
                  </a:cubicBezTo>
                  <a:cubicBezTo>
                    <a:pt x="212179" y="241391"/>
                    <a:pt x="205564" y="233942"/>
                    <a:pt x="196779" y="232897"/>
                  </a:cubicBezTo>
                  <a:lnTo>
                    <a:pt x="194736" y="232775"/>
                  </a:lnTo>
                  <a:close/>
                  <a:moveTo>
                    <a:pt x="194562" y="110537"/>
                  </a:moveTo>
                  <a:cubicBezTo>
                    <a:pt x="185709" y="110539"/>
                    <a:pt x="178257" y="117165"/>
                    <a:pt x="177221" y="125957"/>
                  </a:cubicBezTo>
                  <a:lnTo>
                    <a:pt x="177099" y="128000"/>
                  </a:lnTo>
                  <a:lnTo>
                    <a:pt x="177099" y="197850"/>
                  </a:lnTo>
                  <a:lnTo>
                    <a:pt x="177221" y="199893"/>
                  </a:lnTo>
                  <a:cubicBezTo>
                    <a:pt x="178266" y="208677"/>
                    <a:pt x="185715" y="215293"/>
                    <a:pt x="194562" y="215293"/>
                  </a:cubicBezTo>
                  <a:cubicBezTo>
                    <a:pt x="203408" y="215293"/>
                    <a:pt x="210857" y="208677"/>
                    <a:pt x="211902" y="199893"/>
                  </a:cubicBezTo>
                  <a:lnTo>
                    <a:pt x="212024" y="197850"/>
                  </a:lnTo>
                  <a:lnTo>
                    <a:pt x="212024" y="128000"/>
                  </a:lnTo>
                  <a:lnTo>
                    <a:pt x="211902" y="125957"/>
                  </a:lnTo>
                  <a:cubicBezTo>
                    <a:pt x="210866" y="117165"/>
                    <a:pt x="203415" y="110539"/>
                    <a:pt x="194562" y="110537"/>
                  </a:cubicBezTo>
                  <a:close/>
                </a:path>
              </a:pathLst>
            </a:custGeom>
            <a:solidFill>
              <a:schemeClr val="accent2"/>
            </a:solidFill>
            <a:ln>
              <a:noFill/>
            </a:ln>
          </p:spPr>
        </p:sp>
        <p:sp>
          <p:nvSpPr>
            <p:cNvPr id="21" name="TextBox 21"/>
            <p:cNvSpPr txBox="1"/>
            <p:nvPr/>
          </p:nvSpPr>
          <p:spPr>
            <a:xfrm>
              <a:off x="712470" y="4862512"/>
              <a:ext cx="2708910" cy="840105"/>
            </a:xfrm>
            <a:prstGeom prst="rect">
              <a:avLst/>
            </a:prstGeom>
            <a:noFill/>
            <a:ln>
              <a:noFill/>
            </a:ln>
          </p:spPr>
          <p:txBody>
            <a:bodyPr wrap="square" lIns="0" tIns="0" rIns="0" bIns="0" anchor="t" anchorCtr="0"/>
            <a:lstStyle/>
            <a:p>
              <a:pPr algn="l">
                <a:lnSpc>
                  <a:spcPts val="3150"/>
                </a:lnSpc>
              </a:pPr>
              <a:r>
                <a:rPr lang="zh-CN" sz="2250" dirty="0">
                  <a:solidFill>
                    <a:schemeClr val="dk1"/>
                  </a:solidFill>
                  <a:latin typeface="+mn-lt"/>
                  <a:ea typeface="+mn-ea"/>
                  <a:cs typeface="+mn-cs"/>
                </a:rPr>
                <a:t>端末やファイルの置き場所が変わると動かなくなる。</a:t>
              </a:r>
            </a:p>
          </p:txBody>
        </p:sp>
      </p:grpSp>
      <p:grpSp>
        <p:nvGrpSpPr>
          <p:cNvPr id="26" name="Group 26"/>
          <p:cNvGrpSpPr/>
          <p:nvPr/>
        </p:nvGrpSpPr>
        <p:grpSpPr>
          <a:xfrm>
            <a:off x="6210300" y="3790950"/>
            <a:ext cx="5600700" cy="2152650"/>
            <a:chOff x="6210300" y="3790950"/>
            <a:chExt cx="5600700" cy="2152650"/>
          </a:xfrm>
        </p:grpSpPr>
        <p:sp>
          <p:nvSpPr>
            <p:cNvPr id="23" name="Rectangle 23"/>
            <p:cNvSpPr/>
            <p:nvPr/>
          </p:nvSpPr>
          <p:spPr>
            <a:xfrm>
              <a:off x="6210300" y="3790950"/>
              <a:ext cx="5600700" cy="2152650"/>
            </a:xfrm>
            <a:prstGeom prst="roundRect">
              <a:avLst>
                <a:gd name="adj" fmla="val 7080"/>
              </a:avLst>
            </a:prstGeom>
            <a:solidFill>
              <a:schemeClr val="accent6"/>
            </a:solidFill>
            <a:ln>
              <a:noFill/>
            </a:ln>
          </p:spPr>
        </p:sp>
        <p:sp>
          <p:nvSpPr>
            <p:cNvPr id="24" name="Freeform 24"/>
            <p:cNvSpPr/>
            <p:nvPr/>
          </p:nvSpPr>
          <p:spPr>
            <a:xfrm>
              <a:off x="6588125" y="4122853"/>
              <a:ext cx="367236" cy="367837"/>
            </a:xfrm>
            <a:custGeom>
              <a:avLst/>
              <a:gdLst/>
              <a:ahLst/>
              <a:cxnLst/>
              <a:rect l="l" t="t" r="r" b="b"/>
              <a:pathLst>
                <a:path w="367236" h="367837">
                  <a:moveTo>
                    <a:pt x="261937" y="31222"/>
                  </a:moveTo>
                  <a:cubicBezTo>
                    <a:pt x="334710" y="73240"/>
                    <a:pt x="367236" y="161132"/>
                    <a:pt x="339348" y="240402"/>
                  </a:cubicBezTo>
                  <a:cubicBezTo>
                    <a:pt x="311460" y="319672"/>
                    <a:pt x="231068" y="367837"/>
                    <a:pt x="148016" y="355035"/>
                  </a:cubicBezTo>
                  <a:cubicBezTo>
                    <a:pt x="64965" y="342233"/>
                    <a:pt x="2809" y="272093"/>
                    <a:pt x="87" y="188105"/>
                  </a:cubicBezTo>
                  <a:lnTo>
                    <a:pt x="0" y="182447"/>
                  </a:lnTo>
                  <a:lnTo>
                    <a:pt x="87" y="176789"/>
                  </a:lnTo>
                  <a:cubicBezTo>
                    <a:pt x="2077" y="115443"/>
                    <a:pt x="36127" y="59646"/>
                    <a:pt x="89773" y="29823"/>
                  </a:cubicBezTo>
                  <a:cubicBezTo>
                    <a:pt x="143419" y="0"/>
                    <a:pt x="208783" y="531"/>
                    <a:pt x="261937" y="31222"/>
                  </a:cubicBezTo>
                  <a:close/>
                  <a:moveTo>
                    <a:pt x="174625" y="77672"/>
                  </a:moveTo>
                  <a:cubicBezTo>
                    <a:pt x="165772" y="77673"/>
                    <a:pt x="158320" y="84299"/>
                    <a:pt x="157284" y="93091"/>
                  </a:cubicBezTo>
                  <a:lnTo>
                    <a:pt x="157162" y="95134"/>
                  </a:lnTo>
                  <a:lnTo>
                    <a:pt x="157162" y="182447"/>
                  </a:lnTo>
                  <a:lnTo>
                    <a:pt x="157319" y="184734"/>
                  </a:lnTo>
                  <a:cubicBezTo>
                    <a:pt x="157718" y="187764"/>
                    <a:pt x="158904" y="190636"/>
                    <a:pt x="160759" y="193064"/>
                  </a:cubicBezTo>
                  <a:lnTo>
                    <a:pt x="162279" y="194810"/>
                  </a:lnTo>
                  <a:lnTo>
                    <a:pt x="214666" y="247198"/>
                  </a:lnTo>
                  <a:lnTo>
                    <a:pt x="216308" y="248630"/>
                  </a:lnTo>
                  <a:cubicBezTo>
                    <a:pt x="222607" y="253517"/>
                    <a:pt x="231417" y="253517"/>
                    <a:pt x="237717" y="248630"/>
                  </a:cubicBezTo>
                  <a:lnTo>
                    <a:pt x="239358" y="247180"/>
                  </a:lnTo>
                  <a:lnTo>
                    <a:pt x="240807" y="245539"/>
                  </a:lnTo>
                  <a:cubicBezTo>
                    <a:pt x="245695" y="239239"/>
                    <a:pt x="245695" y="230429"/>
                    <a:pt x="240807" y="224130"/>
                  </a:cubicBezTo>
                  <a:lnTo>
                    <a:pt x="239358" y="222488"/>
                  </a:lnTo>
                  <a:lnTo>
                    <a:pt x="192087" y="175200"/>
                  </a:lnTo>
                  <a:lnTo>
                    <a:pt x="192087" y="95134"/>
                  </a:lnTo>
                  <a:lnTo>
                    <a:pt x="191965" y="93091"/>
                  </a:lnTo>
                  <a:cubicBezTo>
                    <a:pt x="190929" y="84299"/>
                    <a:pt x="183478" y="77673"/>
                    <a:pt x="174625" y="77672"/>
                  </a:cubicBezTo>
                  <a:close/>
                </a:path>
              </a:pathLst>
            </a:custGeom>
            <a:solidFill>
              <a:schemeClr val="accent3"/>
            </a:solidFill>
            <a:ln>
              <a:noFill/>
            </a:ln>
          </p:spPr>
        </p:sp>
        <p:sp>
          <p:nvSpPr>
            <p:cNvPr id="25" name="TextBox 25"/>
            <p:cNvSpPr txBox="1"/>
            <p:nvPr/>
          </p:nvSpPr>
          <p:spPr>
            <a:xfrm>
              <a:off x="6541770" y="4862512"/>
              <a:ext cx="3437572" cy="840105"/>
            </a:xfrm>
            <a:prstGeom prst="rect">
              <a:avLst/>
            </a:prstGeom>
            <a:noFill/>
            <a:ln>
              <a:noFill/>
            </a:ln>
          </p:spPr>
          <p:txBody>
            <a:bodyPr wrap="square" lIns="0" tIns="0" rIns="0" bIns="0" anchor="t" anchorCtr="0"/>
            <a:lstStyle/>
            <a:p>
              <a:pPr algn="l">
                <a:lnSpc>
                  <a:spcPts val="3150"/>
                </a:lnSpc>
              </a:pPr>
              <a:r>
                <a:rPr lang="zh-CN" sz="2250" dirty="0">
                  <a:solidFill>
                    <a:schemeClr val="dk1"/>
                  </a:solidFill>
                  <a:latin typeface="+mn-lt"/>
                  <a:ea typeface="+mn-ea"/>
                  <a:cs typeface="+mn-cs"/>
                </a:rPr>
                <a:t>詳しい人に頼むと順番待ちになり、業務が止まる。</a:t>
              </a:r>
            </a:p>
          </p:txBody>
        </p:sp>
      </p:grpSp>
      <p:grpSp>
        <p:nvGrpSpPr>
          <p:cNvPr id="28" name="Group 28"/>
          <p:cNvGrpSpPr/>
          <p:nvPr/>
        </p:nvGrpSpPr>
        <p:grpSpPr>
          <a:xfrm>
            <a:off x="371856" y="6149340"/>
            <a:ext cx="6124651" cy="352044"/>
            <a:chOff x="371856" y="6149340"/>
            <a:chExt cx="6124651" cy="352044"/>
          </a:xfrm>
        </p:grpSpPr>
        <p:sp>
          <p:nvSpPr>
            <p:cNvPr id="27" name="TextBox 27"/>
            <p:cNvSpPr txBox="1"/>
            <p:nvPr/>
          </p:nvSpPr>
          <p:spPr>
            <a:xfrm>
              <a:off x="371856" y="6149340"/>
              <a:ext cx="6124651"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直せないのは能力の問題ではなく、直すのに開発の知識が要るからです。</a:t>
              </a:r>
            </a:p>
          </p:txBody>
        </p:sp>
      </p:grpSp>
      <p:grpSp>
        <p:nvGrpSpPr>
          <p:cNvPr id="31" name="Group 31"/>
          <p:cNvGrpSpPr/>
          <p:nvPr/>
        </p:nvGrpSpPr>
        <p:grpSpPr>
          <a:xfrm>
            <a:off x="374904" y="6537960"/>
            <a:ext cx="11442192" cy="234696"/>
            <a:chOff x="374904" y="6537960"/>
            <a:chExt cx="11442192" cy="234696"/>
          </a:xfrm>
        </p:grpSpPr>
        <p:sp>
          <p:nvSpPr>
            <p:cNvPr id="29" name="TextBox 29"/>
            <p:cNvSpPr txBox="1"/>
            <p:nvPr/>
          </p:nvSpPr>
          <p:spPr>
            <a:xfrm>
              <a:off x="374904" y="6537960"/>
              <a:ext cx="1223772" cy="234696"/>
            </a:xfrm>
            <a:prstGeom prst="rect">
              <a:avLst/>
            </a:prstGeom>
            <a:noFill/>
            <a:ln>
              <a:noFill/>
            </a:ln>
          </p:spPr>
          <p:txBody>
            <a:bodyPr wrap="none" lIns="0" tIns="0" rIns="0" bIns="0" anchor="t" anchorCtr="0">
              <a:spAutoFit/>
            </a:bodyPr>
            <a:lstStyle/>
            <a:p>
              <a:pPr algn="l"/>
              <a:r>
                <a:rPr lang="zh-CN" sz="1200" dirty="0">
                  <a:solidFill>
                    <a:srgbClr val="5B6B7C"/>
                  </a:solidFill>
                  <a:latin typeface="+mn-lt"/>
                  <a:ea typeface="+mn-ea"/>
                  <a:cs typeface="+mn-cs"/>
                </a:rPr>
                <a:t>第一部 サービス説明</a:t>
              </a:r>
            </a:p>
          </p:txBody>
        </p:sp>
        <p:sp>
          <p:nvSpPr>
            <p:cNvPr id="30" name="TextBox 30"/>
            <p:cNvSpPr txBox="1"/>
            <p:nvPr/>
          </p:nvSpPr>
          <p:spPr>
            <a:xfrm>
              <a:off x="11627206" y="6537960"/>
              <a:ext cx="189890" cy="234696"/>
            </a:xfrm>
            <a:prstGeom prst="rect">
              <a:avLst/>
            </a:prstGeom>
            <a:noFill/>
            <a:ln>
              <a:noFill/>
            </a:ln>
          </p:spPr>
          <p:txBody>
            <a:bodyPr wrap="none" lIns="0" tIns="0" rIns="0" bIns="0" anchor="t" anchorCtr="0">
              <a:spAutoFit/>
            </a:bodyPr>
            <a:lstStyle/>
            <a:p>
              <a:pPr algn="r"/>
              <a:r>
                <a:rPr lang="en-US" sz="1200" dirty="0">
                  <a:solidFill>
                    <a:srgbClr val="5B6B7C"/>
                  </a:solidFill>
                  <a:latin typeface="+mn-lt"/>
                  <a:ea typeface="+mn-ea"/>
                  <a:cs typeface="+mn-cs"/>
                </a:rPr>
                <a:t>02</a:t>
              </a:r>
            </a:p>
          </p:txBody>
        </p:sp>
      </p:gr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Group 6"/>
          <p:cNvGrpSpPr/>
          <p:nvPr/>
        </p:nvGrpSpPr>
        <p:grpSpPr>
          <a:xfrm>
            <a:off x="381000" y="476250"/>
            <a:ext cx="11430000" cy="657225"/>
            <a:chOff x="381000" y="476250"/>
            <a:chExt cx="11430000" cy="657225"/>
          </a:xfrm>
        </p:grpSpPr>
        <p:sp>
          <p:nvSpPr>
            <p:cNvPr id="2" name="Rectangle 2"/>
            <p:cNvSpPr/>
            <p:nvPr/>
          </p:nvSpPr>
          <p:spPr>
            <a:xfrm>
              <a:off x="381000" y="476250"/>
              <a:ext cx="1257300" cy="342900"/>
            </a:xfrm>
            <a:prstGeom prst="roundRect">
              <a:avLst>
                <a:gd name="adj" fmla="val 50000"/>
              </a:avLst>
            </a:prstGeom>
            <a:solidFill>
              <a:schemeClr val="accent1"/>
            </a:solidFill>
            <a:ln>
              <a:noFill/>
            </a:ln>
          </p:spPr>
        </p:sp>
        <p:sp>
          <p:nvSpPr>
            <p:cNvPr id="3" name="TextBox 3"/>
            <p:cNvSpPr txBox="1"/>
            <p:nvPr/>
          </p:nvSpPr>
          <p:spPr>
            <a:xfrm>
              <a:off x="554356" y="568642"/>
              <a:ext cx="910588"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mn-lt"/>
                  <a:ea typeface="+mn-ea"/>
                  <a:cs typeface="+mn-cs"/>
                </a:rPr>
                <a:t>第一部 · 2</a:t>
              </a:r>
            </a:p>
          </p:txBody>
        </p:sp>
        <p:sp>
          <p:nvSpPr>
            <p:cNvPr id="4" name="TextBox 4"/>
            <p:cNvSpPr txBox="1"/>
            <p:nvPr/>
          </p:nvSpPr>
          <p:spPr>
            <a:xfrm>
              <a:off x="1793748" y="479108"/>
              <a:ext cx="6336152" cy="616077"/>
            </a:xfrm>
            <a:prstGeom prst="rect">
              <a:avLst/>
            </a:prstGeom>
            <a:noFill/>
            <a:ln>
              <a:noFill/>
            </a:ln>
          </p:spPr>
          <p:txBody>
            <a:bodyPr wrap="none" lIns="0" tIns="0" rIns="0" bIns="0" anchor="t" anchorCtr="0">
              <a:spAutoFit/>
            </a:bodyPr>
            <a:lstStyle/>
            <a:p>
              <a:pPr algn="l"/>
              <a:r>
                <a:rPr lang="zh-CN" sz="3150" b="1" dirty="0">
                  <a:solidFill>
                    <a:schemeClr val="dk1"/>
                  </a:solidFill>
                  <a:latin typeface="+mn-lt"/>
                  <a:ea typeface="+mn-ea"/>
                  <a:cs typeface="+mn-cs"/>
                </a:rPr>
                <a:t>直しかたを考えるのは AI。こちらは選ぶだけ</a:t>
              </a:r>
            </a:p>
          </p:txBody>
        </p:sp>
        <p:sp>
          <p:nvSpPr>
            <p:cNvPr id="5" name="Line 5"/>
            <p:cNvSpPr/>
            <p:nvPr/>
          </p:nvSpPr>
          <p:spPr>
            <a:xfrm>
              <a:off x="381000" y="1123950"/>
              <a:ext cx="11430000" cy="9525"/>
            </a:xfrm>
            <a:custGeom>
              <a:avLst/>
              <a:gdLst/>
              <a:ahLst/>
              <a:cxnLst/>
              <a:rect l="l" t="t" r="r" b="b"/>
              <a:pathLst>
                <a:path w="11430000" h="9525">
                  <a:moveTo>
                    <a:pt x="0" y="0"/>
                  </a:moveTo>
                  <a:lnTo>
                    <a:pt x="11430000" y="0"/>
                  </a:lnTo>
                </a:path>
              </a:pathLst>
            </a:custGeom>
            <a:noFill/>
            <a:ln w="9525">
              <a:solidFill>
                <a:srgbClr val="E2E8F0"/>
              </a:solidFill>
            </a:ln>
          </p:spPr>
        </p:sp>
      </p:grpSp>
      <p:grpSp>
        <p:nvGrpSpPr>
          <p:cNvPr id="9" name="Group 9"/>
          <p:cNvGrpSpPr/>
          <p:nvPr/>
        </p:nvGrpSpPr>
        <p:grpSpPr>
          <a:xfrm>
            <a:off x="403225" y="1465047"/>
            <a:ext cx="3655949" cy="1016787"/>
            <a:chOff x="403225" y="1465047"/>
            <a:chExt cx="3655949" cy="1016787"/>
          </a:xfrm>
        </p:grpSpPr>
        <p:sp>
          <p:nvSpPr>
            <p:cNvPr id="7" name="Freeform 7"/>
            <p:cNvSpPr/>
            <p:nvPr/>
          </p:nvSpPr>
          <p:spPr>
            <a:xfrm>
              <a:off x="403225" y="1465047"/>
              <a:ext cx="233697" cy="234079"/>
            </a:xfrm>
            <a:custGeom>
              <a:avLst/>
              <a:gdLst/>
              <a:ahLst/>
              <a:cxnLst/>
              <a:rect l="l" t="t" r="r" b="b"/>
              <a:pathLst>
                <a:path w="233697" h="234079">
                  <a:moveTo>
                    <a:pt x="166688" y="19869"/>
                  </a:moveTo>
                  <a:cubicBezTo>
                    <a:pt x="212998" y="46608"/>
                    <a:pt x="233697" y="102539"/>
                    <a:pt x="215950" y="152984"/>
                  </a:cubicBezTo>
                  <a:cubicBezTo>
                    <a:pt x="198203" y="203428"/>
                    <a:pt x="147044" y="234079"/>
                    <a:pt x="94193" y="225932"/>
                  </a:cubicBezTo>
                  <a:cubicBezTo>
                    <a:pt x="41341" y="217785"/>
                    <a:pt x="1788" y="173151"/>
                    <a:pt x="56" y="119704"/>
                  </a:cubicBezTo>
                  <a:lnTo>
                    <a:pt x="0" y="116103"/>
                  </a:lnTo>
                  <a:lnTo>
                    <a:pt x="56" y="112503"/>
                  </a:lnTo>
                  <a:cubicBezTo>
                    <a:pt x="1321" y="73464"/>
                    <a:pt x="22990" y="37956"/>
                    <a:pt x="57128" y="18978"/>
                  </a:cubicBezTo>
                  <a:cubicBezTo>
                    <a:pt x="91267" y="0"/>
                    <a:pt x="132862" y="338"/>
                    <a:pt x="166688" y="19869"/>
                  </a:cubicBezTo>
                  <a:close/>
                  <a:moveTo>
                    <a:pt x="152319" y="86021"/>
                  </a:moveTo>
                  <a:cubicBezTo>
                    <a:pt x="148360" y="82063"/>
                    <a:pt x="142075" y="81668"/>
                    <a:pt x="137651" y="85099"/>
                  </a:cubicBezTo>
                  <a:lnTo>
                    <a:pt x="136606" y="86021"/>
                  </a:lnTo>
                  <a:lnTo>
                    <a:pt x="100013" y="122604"/>
                  </a:lnTo>
                  <a:lnTo>
                    <a:pt x="85644" y="108246"/>
                  </a:lnTo>
                  <a:lnTo>
                    <a:pt x="84600" y="107324"/>
                  </a:lnTo>
                  <a:cubicBezTo>
                    <a:pt x="80176" y="103895"/>
                    <a:pt x="73892" y="104292"/>
                    <a:pt x="69934" y="108249"/>
                  </a:cubicBezTo>
                  <a:cubicBezTo>
                    <a:pt x="65976" y="112207"/>
                    <a:pt x="65580" y="118491"/>
                    <a:pt x="69009" y="122915"/>
                  </a:cubicBezTo>
                  <a:lnTo>
                    <a:pt x="69931" y="123960"/>
                  </a:lnTo>
                  <a:lnTo>
                    <a:pt x="92156" y="146185"/>
                  </a:lnTo>
                  <a:lnTo>
                    <a:pt x="93201" y="147107"/>
                  </a:lnTo>
                  <a:cubicBezTo>
                    <a:pt x="97210" y="150217"/>
                    <a:pt x="102816" y="150217"/>
                    <a:pt x="106825" y="147107"/>
                  </a:cubicBezTo>
                  <a:lnTo>
                    <a:pt x="107869" y="146185"/>
                  </a:lnTo>
                  <a:lnTo>
                    <a:pt x="152319" y="101735"/>
                  </a:lnTo>
                  <a:lnTo>
                    <a:pt x="153242" y="100690"/>
                  </a:lnTo>
                  <a:cubicBezTo>
                    <a:pt x="156673" y="96266"/>
                    <a:pt x="156278" y="89980"/>
                    <a:pt x="152319" y="86021"/>
                  </a:cubicBezTo>
                  <a:close/>
                </a:path>
              </a:pathLst>
            </a:custGeom>
            <a:solidFill>
              <a:schemeClr val="accent1"/>
            </a:solidFill>
            <a:ln>
              <a:noFill/>
            </a:ln>
          </p:spPr>
        </p:sp>
        <p:sp>
          <p:nvSpPr>
            <p:cNvPr id="8" name="TextBox 8"/>
            <p:cNvSpPr txBox="1"/>
            <p:nvPr/>
          </p:nvSpPr>
          <p:spPr>
            <a:xfrm>
              <a:off x="771906" y="1482090"/>
              <a:ext cx="3287268" cy="999744"/>
            </a:xfrm>
            <a:prstGeom prst="rect">
              <a:avLst/>
            </a:prstGeom>
            <a:noFill/>
            <a:ln>
              <a:noFill/>
            </a:ln>
          </p:spPr>
          <p:txBody>
            <a:bodyPr wrap="square" lIns="0" tIns="0" rIns="0" bIns="0" anchor="t" anchorCtr="0"/>
            <a:lstStyle/>
            <a:p>
              <a:pPr algn="l">
                <a:lnSpc>
                  <a:spcPts val="2550"/>
                </a:lnSpc>
              </a:pPr>
              <a:r>
                <a:rPr lang="zh-CN" sz="1800" b="1" dirty="0">
                  <a:solidFill>
                    <a:schemeClr val="dk1"/>
                  </a:solidFill>
                  <a:latin typeface="+mn-lt"/>
                  <a:ea typeface="+mn-ea"/>
                  <a:cs typeface="+mn-cs"/>
                </a:rPr>
                <a:t>コードを読み書きできなくても、マクロを直せる。</a:t>
              </a:r>
              <a:r>
                <a:rPr lang="zh-CN" sz="1800" dirty="0">
                  <a:solidFill>
                    <a:schemeClr val="dk1"/>
                  </a:solidFill>
                  <a:latin typeface="+mn-lt"/>
                  <a:ea typeface="+mn-ea"/>
                  <a:cs typeface="+mn-cs"/>
                </a:rPr>
                <a:t>直しかたを考える</a:t>
              </a:r>
              <a:r>
                <a:rPr lang="en-US" sz="1800" dirty="0">
                  <a:solidFill>
                    <a:schemeClr val="dk1"/>
                  </a:solidFill>
                  <a:latin typeface="+mn-lt"/>
                  <a:ea typeface="+mn-ea"/>
                  <a:cs typeface="+mn-cs"/>
                </a:rPr>
                <a:t xml:space="preserve"> </a:t>
              </a:r>
              <a:r>
                <a:rPr lang="zh-CN" sz="1800" dirty="0">
                  <a:solidFill>
                    <a:schemeClr val="dk1"/>
                  </a:solidFill>
                  <a:latin typeface="+mn-lt"/>
                  <a:ea typeface="+mn-ea"/>
                  <a:cs typeface="+mn-cs"/>
                </a:rPr>
                <a:t>のは AI。画面に出てくることに答えるだけ。</a:t>
              </a:r>
            </a:p>
          </p:txBody>
        </p:sp>
      </p:grpSp>
      <p:grpSp>
        <p:nvGrpSpPr>
          <p:cNvPr id="12" name="Group 12"/>
          <p:cNvGrpSpPr/>
          <p:nvPr/>
        </p:nvGrpSpPr>
        <p:grpSpPr>
          <a:xfrm>
            <a:off x="403225" y="2646147"/>
            <a:ext cx="3927412" cy="692937"/>
            <a:chOff x="403225" y="2646147"/>
            <a:chExt cx="3927412" cy="692937"/>
          </a:xfrm>
        </p:grpSpPr>
        <p:sp>
          <p:nvSpPr>
            <p:cNvPr id="10" name="Freeform 10"/>
            <p:cNvSpPr/>
            <p:nvPr/>
          </p:nvSpPr>
          <p:spPr>
            <a:xfrm>
              <a:off x="403225" y="2646147"/>
              <a:ext cx="233697" cy="234079"/>
            </a:xfrm>
            <a:custGeom>
              <a:avLst/>
              <a:gdLst/>
              <a:ahLst/>
              <a:cxnLst/>
              <a:rect l="l" t="t" r="r" b="b"/>
              <a:pathLst>
                <a:path w="233697" h="234079">
                  <a:moveTo>
                    <a:pt x="166688" y="19869"/>
                  </a:moveTo>
                  <a:cubicBezTo>
                    <a:pt x="212998" y="46608"/>
                    <a:pt x="233697" y="102539"/>
                    <a:pt x="215950" y="152984"/>
                  </a:cubicBezTo>
                  <a:cubicBezTo>
                    <a:pt x="198203" y="203428"/>
                    <a:pt x="147044" y="234079"/>
                    <a:pt x="94193" y="225932"/>
                  </a:cubicBezTo>
                  <a:cubicBezTo>
                    <a:pt x="41341" y="217785"/>
                    <a:pt x="1788" y="173151"/>
                    <a:pt x="56" y="119704"/>
                  </a:cubicBezTo>
                  <a:lnTo>
                    <a:pt x="0" y="116103"/>
                  </a:lnTo>
                  <a:lnTo>
                    <a:pt x="56" y="112503"/>
                  </a:lnTo>
                  <a:cubicBezTo>
                    <a:pt x="1321" y="73464"/>
                    <a:pt x="22990" y="37956"/>
                    <a:pt x="57128" y="18978"/>
                  </a:cubicBezTo>
                  <a:cubicBezTo>
                    <a:pt x="91267" y="0"/>
                    <a:pt x="132862" y="338"/>
                    <a:pt x="166688" y="19869"/>
                  </a:cubicBezTo>
                  <a:close/>
                  <a:moveTo>
                    <a:pt x="152319" y="86021"/>
                  </a:moveTo>
                  <a:cubicBezTo>
                    <a:pt x="148360" y="82063"/>
                    <a:pt x="142075" y="81668"/>
                    <a:pt x="137651" y="85099"/>
                  </a:cubicBezTo>
                  <a:lnTo>
                    <a:pt x="136606" y="86021"/>
                  </a:lnTo>
                  <a:lnTo>
                    <a:pt x="100013" y="122604"/>
                  </a:lnTo>
                  <a:lnTo>
                    <a:pt x="85644" y="108246"/>
                  </a:lnTo>
                  <a:lnTo>
                    <a:pt x="84600" y="107324"/>
                  </a:lnTo>
                  <a:cubicBezTo>
                    <a:pt x="80176" y="103895"/>
                    <a:pt x="73892" y="104292"/>
                    <a:pt x="69934" y="108249"/>
                  </a:cubicBezTo>
                  <a:cubicBezTo>
                    <a:pt x="65976" y="112207"/>
                    <a:pt x="65580" y="118491"/>
                    <a:pt x="69009" y="122915"/>
                  </a:cubicBezTo>
                  <a:lnTo>
                    <a:pt x="69931" y="123960"/>
                  </a:lnTo>
                  <a:lnTo>
                    <a:pt x="92156" y="146185"/>
                  </a:lnTo>
                  <a:lnTo>
                    <a:pt x="93201" y="147107"/>
                  </a:lnTo>
                  <a:cubicBezTo>
                    <a:pt x="97210" y="150217"/>
                    <a:pt x="102816" y="150217"/>
                    <a:pt x="106825" y="147107"/>
                  </a:cubicBezTo>
                  <a:lnTo>
                    <a:pt x="107869" y="146185"/>
                  </a:lnTo>
                  <a:lnTo>
                    <a:pt x="152319" y="101735"/>
                  </a:lnTo>
                  <a:lnTo>
                    <a:pt x="153242" y="100690"/>
                  </a:lnTo>
                  <a:cubicBezTo>
                    <a:pt x="156673" y="96266"/>
                    <a:pt x="156278" y="89980"/>
                    <a:pt x="152319" y="86021"/>
                  </a:cubicBezTo>
                  <a:close/>
                </a:path>
              </a:pathLst>
            </a:custGeom>
            <a:solidFill>
              <a:schemeClr val="accent1"/>
            </a:solidFill>
            <a:ln>
              <a:noFill/>
            </a:ln>
          </p:spPr>
        </p:sp>
        <p:sp>
          <p:nvSpPr>
            <p:cNvPr id="11" name="TextBox 11"/>
            <p:cNvSpPr txBox="1"/>
            <p:nvPr/>
          </p:nvSpPr>
          <p:spPr>
            <a:xfrm>
              <a:off x="771906" y="2663190"/>
              <a:ext cx="3558731" cy="675894"/>
            </a:xfrm>
            <a:prstGeom prst="rect">
              <a:avLst/>
            </a:prstGeom>
            <a:noFill/>
            <a:ln>
              <a:noFill/>
            </a:ln>
          </p:spPr>
          <p:txBody>
            <a:bodyPr wrap="square" lIns="0" tIns="0" rIns="0" bIns="0" anchor="t" anchorCtr="0"/>
            <a:lstStyle/>
            <a:p>
              <a:pPr algn="l">
                <a:lnSpc>
                  <a:spcPts val="2550"/>
                </a:lnSpc>
              </a:pPr>
              <a:r>
                <a:rPr lang="zh-CN" sz="1800" b="1" dirty="0">
                  <a:solidFill>
                    <a:schemeClr val="dk1"/>
                  </a:solidFill>
                  <a:latin typeface="+mn-lt"/>
                  <a:ea typeface="+mn-ea"/>
                  <a:cs typeface="+mn-cs"/>
                </a:rPr>
                <a:t>開発画面を一度も開かない。</a:t>
              </a:r>
              <a:r>
                <a:rPr lang="zh-CN" sz="1800" dirty="0">
                  <a:solidFill>
                    <a:schemeClr val="dk1"/>
                  </a:solidFill>
                  <a:latin typeface="+mn-lt"/>
                  <a:ea typeface="+mn-ea"/>
                  <a:cs typeface="+mn-cs"/>
                </a:rPr>
                <a:t>案内どおりに［次へ］を押していけば終わる。</a:t>
              </a:r>
            </a:p>
          </p:txBody>
        </p:sp>
      </p:grpSp>
      <p:grpSp>
        <p:nvGrpSpPr>
          <p:cNvPr id="15" name="Group 15"/>
          <p:cNvGrpSpPr/>
          <p:nvPr/>
        </p:nvGrpSpPr>
        <p:grpSpPr>
          <a:xfrm>
            <a:off x="398193" y="3508375"/>
            <a:ext cx="3289506" cy="687959"/>
            <a:chOff x="398193" y="3508375"/>
            <a:chExt cx="3289506" cy="687959"/>
          </a:xfrm>
        </p:grpSpPr>
        <p:sp>
          <p:nvSpPr>
            <p:cNvPr id="13" name="Freeform 13"/>
            <p:cNvSpPr/>
            <p:nvPr/>
          </p:nvSpPr>
          <p:spPr>
            <a:xfrm>
              <a:off x="398193" y="3508375"/>
              <a:ext cx="232303" cy="222369"/>
            </a:xfrm>
            <a:custGeom>
              <a:avLst/>
              <a:gdLst/>
              <a:ahLst/>
              <a:cxnLst/>
              <a:rect l="l" t="t" r="r" b="b"/>
              <a:pathLst>
                <a:path w="232303" h="222369">
                  <a:moveTo>
                    <a:pt x="116135" y="0"/>
                  </a:moveTo>
                  <a:lnTo>
                    <a:pt x="117446" y="78"/>
                  </a:lnTo>
                  <a:lnTo>
                    <a:pt x="118102" y="167"/>
                  </a:lnTo>
                  <a:lnTo>
                    <a:pt x="118780" y="311"/>
                  </a:lnTo>
                  <a:lnTo>
                    <a:pt x="120013" y="689"/>
                  </a:lnTo>
                  <a:cubicBezTo>
                    <a:pt x="120865" y="1003"/>
                    <a:pt x="121675" y="1421"/>
                    <a:pt x="122424" y="1934"/>
                  </a:cubicBezTo>
                  <a:lnTo>
                    <a:pt x="123580" y="2845"/>
                  </a:lnTo>
                  <a:lnTo>
                    <a:pt x="126414" y="5267"/>
                  </a:lnTo>
                  <a:cubicBezTo>
                    <a:pt x="148831" y="23887"/>
                    <a:pt x="177163" y="33885"/>
                    <a:pt x="206302" y="33460"/>
                  </a:cubicBezTo>
                  <a:lnTo>
                    <a:pt x="210102" y="33349"/>
                  </a:lnTo>
                  <a:cubicBezTo>
                    <a:pt x="215216" y="33115"/>
                    <a:pt x="219827" y="36405"/>
                    <a:pt x="221270" y="41316"/>
                  </a:cubicBezTo>
                  <a:cubicBezTo>
                    <a:pt x="232303" y="78847"/>
                    <a:pt x="227645" y="119246"/>
                    <a:pt x="208359" y="153280"/>
                  </a:cubicBezTo>
                  <a:cubicBezTo>
                    <a:pt x="189074" y="187314"/>
                    <a:pt x="156811" y="212073"/>
                    <a:pt x="118946" y="221895"/>
                  </a:cubicBezTo>
                  <a:cubicBezTo>
                    <a:pt x="117117" y="222369"/>
                    <a:pt x="115197" y="222369"/>
                    <a:pt x="113368" y="221895"/>
                  </a:cubicBezTo>
                  <a:cubicBezTo>
                    <a:pt x="75501" y="212075"/>
                    <a:pt x="43235" y="187318"/>
                    <a:pt x="23948" y="153284"/>
                  </a:cubicBezTo>
                  <a:cubicBezTo>
                    <a:pt x="4660" y="119249"/>
                    <a:pt x="0" y="78848"/>
                    <a:pt x="11032" y="41316"/>
                  </a:cubicBezTo>
                  <a:cubicBezTo>
                    <a:pt x="12476" y="36405"/>
                    <a:pt x="17087" y="33115"/>
                    <a:pt x="22201" y="33349"/>
                  </a:cubicBezTo>
                  <a:cubicBezTo>
                    <a:pt x="52621" y="34739"/>
                    <a:pt x="82465" y="24725"/>
                    <a:pt x="105889" y="5267"/>
                  </a:cubicBezTo>
                  <a:lnTo>
                    <a:pt x="108812" y="2767"/>
                  </a:lnTo>
                  <a:lnTo>
                    <a:pt x="109878" y="1934"/>
                  </a:lnTo>
                  <a:cubicBezTo>
                    <a:pt x="110628" y="1421"/>
                    <a:pt x="111438" y="1003"/>
                    <a:pt x="112290" y="689"/>
                  </a:cubicBezTo>
                  <a:lnTo>
                    <a:pt x="113534" y="311"/>
                  </a:lnTo>
                  <a:cubicBezTo>
                    <a:pt x="113970" y="206"/>
                    <a:pt x="114412" y="128"/>
                    <a:pt x="114857" y="78"/>
                  </a:cubicBezTo>
                  <a:lnTo>
                    <a:pt x="116135" y="0"/>
                  </a:lnTo>
                  <a:close/>
                  <a:moveTo>
                    <a:pt x="157362" y="81044"/>
                  </a:moveTo>
                  <a:cubicBezTo>
                    <a:pt x="155278" y="78957"/>
                    <a:pt x="152450" y="77785"/>
                    <a:pt x="149500" y="77785"/>
                  </a:cubicBezTo>
                  <a:cubicBezTo>
                    <a:pt x="146551" y="77785"/>
                    <a:pt x="143722" y="78957"/>
                    <a:pt x="141638" y="81044"/>
                  </a:cubicBezTo>
                  <a:lnTo>
                    <a:pt x="105044" y="117626"/>
                  </a:lnTo>
                  <a:lnTo>
                    <a:pt x="90676" y="103269"/>
                  </a:lnTo>
                  <a:lnTo>
                    <a:pt x="89631" y="102346"/>
                  </a:lnTo>
                  <a:cubicBezTo>
                    <a:pt x="84996" y="98762"/>
                    <a:pt x="78374" y="99393"/>
                    <a:pt x="74499" y="103788"/>
                  </a:cubicBezTo>
                  <a:cubicBezTo>
                    <a:pt x="70624" y="108183"/>
                    <a:pt x="70827" y="114832"/>
                    <a:pt x="74963" y="118982"/>
                  </a:cubicBezTo>
                  <a:lnTo>
                    <a:pt x="97188" y="141207"/>
                  </a:lnTo>
                  <a:lnTo>
                    <a:pt x="98233" y="142129"/>
                  </a:lnTo>
                  <a:cubicBezTo>
                    <a:pt x="102656" y="145561"/>
                    <a:pt x="108942" y="145166"/>
                    <a:pt x="112901" y="141207"/>
                  </a:cubicBezTo>
                  <a:lnTo>
                    <a:pt x="157351" y="96757"/>
                  </a:lnTo>
                  <a:lnTo>
                    <a:pt x="158274" y="95712"/>
                  </a:lnTo>
                  <a:cubicBezTo>
                    <a:pt x="161705" y="91289"/>
                    <a:pt x="161310" y="85003"/>
                    <a:pt x="157351" y="81044"/>
                  </a:cubicBezTo>
                  <a:close/>
                </a:path>
              </a:pathLst>
            </a:custGeom>
            <a:solidFill>
              <a:srgbClr val="2E7D5B"/>
            </a:solidFill>
            <a:ln>
              <a:noFill/>
            </a:ln>
          </p:spPr>
        </p:sp>
        <p:sp>
          <p:nvSpPr>
            <p:cNvPr id="14" name="TextBox 14"/>
            <p:cNvSpPr txBox="1"/>
            <p:nvPr/>
          </p:nvSpPr>
          <p:spPr>
            <a:xfrm>
              <a:off x="771906" y="3520440"/>
              <a:ext cx="2915793" cy="675894"/>
            </a:xfrm>
            <a:prstGeom prst="rect">
              <a:avLst/>
            </a:prstGeom>
            <a:noFill/>
            <a:ln>
              <a:noFill/>
            </a:ln>
          </p:spPr>
          <p:txBody>
            <a:bodyPr wrap="square" lIns="0" tIns="0" rIns="0" bIns="0" anchor="t" anchorCtr="0"/>
            <a:lstStyle/>
            <a:p>
              <a:pPr algn="l">
                <a:lnSpc>
                  <a:spcPts val="2550"/>
                </a:lnSpc>
              </a:pPr>
              <a:r>
                <a:rPr lang="zh-CN" sz="1800" b="1" dirty="0">
                  <a:solidFill>
                    <a:schemeClr val="dk1"/>
                  </a:solidFill>
                  <a:latin typeface="+mn-lt"/>
                  <a:ea typeface="+mn-ea"/>
                  <a:cs typeface="+mn-cs"/>
                </a:rPr>
                <a:t>元のブックはそのまま残る。</a:t>
              </a:r>
              <a:r>
                <a:rPr lang="zh-CN" sz="1800" dirty="0">
                  <a:solidFill>
                    <a:schemeClr val="dk1"/>
                  </a:solidFill>
                  <a:latin typeface="+mn-lt"/>
                  <a:ea typeface="+mn-ea"/>
                  <a:cs typeface="+mn-cs"/>
                </a:rPr>
                <a:t>直したものは別名の新しいブックとして作られる。</a:t>
              </a:r>
            </a:p>
          </p:txBody>
        </p:sp>
      </p:grpSp>
      <p:grpSp>
        <p:nvGrpSpPr>
          <p:cNvPr id="18" name="Group 18"/>
          <p:cNvGrpSpPr/>
          <p:nvPr/>
        </p:nvGrpSpPr>
        <p:grpSpPr>
          <a:xfrm>
            <a:off x="391628" y="4377690"/>
            <a:ext cx="3534958" cy="675894"/>
            <a:chOff x="391628" y="4377690"/>
            <a:chExt cx="3534958" cy="675894"/>
          </a:xfrm>
        </p:grpSpPr>
        <p:sp>
          <p:nvSpPr>
            <p:cNvPr id="16" name="Freeform 16"/>
            <p:cNvSpPr/>
            <p:nvPr/>
          </p:nvSpPr>
          <p:spPr>
            <a:xfrm>
              <a:off x="391628" y="4387850"/>
              <a:ext cx="244949" cy="177801"/>
            </a:xfrm>
            <a:custGeom>
              <a:avLst/>
              <a:gdLst/>
              <a:ahLst/>
              <a:cxnLst/>
              <a:rect l="l" t="t" r="r" b="b"/>
              <a:pathLst>
                <a:path w="244949" h="177801">
                  <a:moveTo>
                    <a:pt x="122722" y="0"/>
                  </a:moveTo>
                  <a:cubicBezTo>
                    <a:pt x="170395" y="0"/>
                    <a:pt x="210100" y="26992"/>
                    <a:pt x="241237" y="79499"/>
                  </a:cubicBezTo>
                  <a:lnTo>
                    <a:pt x="243682" y="83711"/>
                  </a:lnTo>
                  <a:lnTo>
                    <a:pt x="244182" y="84822"/>
                  </a:lnTo>
                  <a:lnTo>
                    <a:pt x="244515" y="85744"/>
                  </a:lnTo>
                  <a:lnTo>
                    <a:pt x="244671" y="86355"/>
                  </a:lnTo>
                  <a:lnTo>
                    <a:pt x="244827" y="87267"/>
                  </a:lnTo>
                  <a:lnTo>
                    <a:pt x="244949" y="88378"/>
                  </a:lnTo>
                  <a:lnTo>
                    <a:pt x="244949" y="89600"/>
                  </a:lnTo>
                  <a:lnTo>
                    <a:pt x="244793" y="90834"/>
                  </a:lnTo>
                  <a:cubicBezTo>
                    <a:pt x="244720" y="91246"/>
                    <a:pt x="244624" y="91655"/>
                    <a:pt x="244504" y="92056"/>
                  </a:cubicBezTo>
                  <a:lnTo>
                    <a:pt x="244071" y="93256"/>
                  </a:lnTo>
                  <a:lnTo>
                    <a:pt x="243671" y="94090"/>
                  </a:lnTo>
                  <a:lnTo>
                    <a:pt x="243493" y="94423"/>
                  </a:lnTo>
                  <a:cubicBezTo>
                    <a:pt x="212778" y="148163"/>
                    <a:pt x="173484" y="176434"/>
                    <a:pt x="126200" y="177756"/>
                  </a:cubicBezTo>
                  <a:lnTo>
                    <a:pt x="122722" y="177801"/>
                  </a:lnTo>
                  <a:cubicBezTo>
                    <a:pt x="73871" y="177801"/>
                    <a:pt x="33411" y="149475"/>
                    <a:pt x="1951" y="94412"/>
                  </a:cubicBezTo>
                  <a:cubicBezTo>
                    <a:pt x="0" y="90997"/>
                    <a:pt x="0" y="86804"/>
                    <a:pt x="1951" y="83388"/>
                  </a:cubicBezTo>
                  <a:cubicBezTo>
                    <a:pt x="33411" y="28326"/>
                    <a:pt x="73871" y="0"/>
                    <a:pt x="122722" y="0"/>
                  </a:cubicBezTo>
                  <a:close/>
                  <a:moveTo>
                    <a:pt x="122722" y="55563"/>
                  </a:moveTo>
                  <a:cubicBezTo>
                    <a:pt x="104310" y="55563"/>
                    <a:pt x="89384" y="70488"/>
                    <a:pt x="89384" y="88900"/>
                  </a:cubicBezTo>
                  <a:cubicBezTo>
                    <a:pt x="89384" y="107312"/>
                    <a:pt x="104310" y="122238"/>
                    <a:pt x="122722" y="122238"/>
                  </a:cubicBezTo>
                  <a:cubicBezTo>
                    <a:pt x="141134" y="122238"/>
                    <a:pt x="156060" y="107312"/>
                    <a:pt x="156060" y="88900"/>
                  </a:cubicBezTo>
                  <a:cubicBezTo>
                    <a:pt x="156060" y="70488"/>
                    <a:pt x="141134" y="55563"/>
                    <a:pt x="122722" y="55563"/>
                  </a:cubicBezTo>
                </a:path>
              </a:pathLst>
            </a:custGeom>
            <a:solidFill>
              <a:schemeClr val="accent1"/>
            </a:solidFill>
            <a:ln>
              <a:noFill/>
            </a:ln>
          </p:spPr>
        </p:sp>
        <p:sp>
          <p:nvSpPr>
            <p:cNvPr id="17" name="TextBox 17"/>
            <p:cNvSpPr txBox="1"/>
            <p:nvPr/>
          </p:nvSpPr>
          <p:spPr>
            <a:xfrm>
              <a:off x="771906" y="4377690"/>
              <a:ext cx="3154680" cy="675894"/>
            </a:xfrm>
            <a:prstGeom prst="rect">
              <a:avLst/>
            </a:prstGeom>
            <a:noFill/>
            <a:ln>
              <a:noFill/>
            </a:ln>
          </p:spPr>
          <p:txBody>
            <a:bodyPr wrap="square" lIns="0" tIns="0" rIns="0" bIns="0" anchor="t" anchorCtr="0"/>
            <a:lstStyle/>
            <a:p>
              <a:pPr algn="l">
                <a:lnSpc>
                  <a:spcPts val="2550"/>
                </a:lnSpc>
              </a:pPr>
              <a:r>
                <a:rPr lang="zh-CN" sz="1800" b="1" dirty="0">
                  <a:solidFill>
                    <a:schemeClr val="dk1"/>
                  </a:solidFill>
                  <a:latin typeface="+mn-lt"/>
                  <a:ea typeface="+mn-ea"/>
                  <a:cs typeface="+mn-cs"/>
                </a:rPr>
                <a:t>鵜呑みにしなくていい。</a:t>
              </a:r>
              <a:r>
                <a:rPr lang="zh-CN" sz="1800" dirty="0">
                  <a:solidFill>
                    <a:schemeClr val="dk1"/>
                  </a:solidFill>
                  <a:latin typeface="+mn-lt"/>
                  <a:ea typeface="+mn-ea"/>
                  <a:cs typeface="+mn-cs"/>
                </a:rPr>
                <a:t>どこが変わったのかを見てから、作るかどうかを決められる。</a:t>
              </a:r>
            </a:p>
          </p:txBody>
        </p:sp>
      </p:grpSp>
      <p:grpSp>
        <p:nvGrpSpPr>
          <p:cNvPr id="21" name="Group 21"/>
          <p:cNvGrpSpPr/>
          <p:nvPr/>
        </p:nvGrpSpPr>
        <p:grpSpPr>
          <a:xfrm>
            <a:off x="403225" y="5233988"/>
            <a:ext cx="3833114" cy="1000696"/>
            <a:chOff x="403225" y="5233988"/>
            <a:chExt cx="3833114" cy="1000696"/>
          </a:xfrm>
        </p:grpSpPr>
        <p:sp>
          <p:nvSpPr>
            <p:cNvPr id="19" name="Freeform 19"/>
            <p:cNvSpPr/>
            <p:nvPr/>
          </p:nvSpPr>
          <p:spPr>
            <a:xfrm>
              <a:off x="403225" y="5233988"/>
              <a:ext cx="222251" cy="211658"/>
            </a:xfrm>
            <a:custGeom>
              <a:avLst/>
              <a:gdLst/>
              <a:ahLst/>
              <a:cxnLst/>
              <a:rect l="l" t="t" r="r" b="b"/>
              <a:pathLst>
                <a:path w="222251" h="211658">
                  <a:moveTo>
                    <a:pt x="177801" y="0"/>
                  </a:moveTo>
                  <a:cubicBezTo>
                    <a:pt x="202350" y="0"/>
                    <a:pt x="222251" y="19901"/>
                    <a:pt x="222251" y="44450"/>
                  </a:cubicBezTo>
                  <a:lnTo>
                    <a:pt x="222251" y="133350"/>
                  </a:lnTo>
                  <a:cubicBezTo>
                    <a:pt x="222251" y="157900"/>
                    <a:pt x="202350" y="177801"/>
                    <a:pt x="177801" y="177801"/>
                  </a:cubicBezTo>
                  <a:lnTo>
                    <a:pt x="125305" y="177801"/>
                  </a:lnTo>
                  <a:lnTo>
                    <a:pt x="72387" y="209549"/>
                  </a:lnTo>
                  <a:cubicBezTo>
                    <a:pt x="69149" y="211492"/>
                    <a:pt x="65145" y="211658"/>
                    <a:pt x="61757" y="209989"/>
                  </a:cubicBezTo>
                  <a:cubicBezTo>
                    <a:pt x="58370" y="208320"/>
                    <a:pt x="56062" y="205044"/>
                    <a:pt x="55629" y="201292"/>
                  </a:cubicBezTo>
                  <a:lnTo>
                    <a:pt x="55563" y="200026"/>
                  </a:lnTo>
                  <a:lnTo>
                    <a:pt x="55563" y="177801"/>
                  </a:lnTo>
                  <a:lnTo>
                    <a:pt x="44450" y="177801"/>
                  </a:lnTo>
                  <a:cubicBezTo>
                    <a:pt x="20765" y="177801"/>
                    <a:pt x="1240" y="159229"/>
                    <a:pt x="56" y="135573"/>
                  </a:cubicBezTo>
                  <a:lnTo>
                    <a:pt x="0" y="133350"/>
                  </a:lnTo>
                  <a:lnTo>
                    <a:pt x="0" y="44450"/>
                  </a:lnTo>
                  <a:cubicBezTo>
                    <a:pt x="0" y="19901"/>
                    <a:pt x="19901" y="0"/>
                    <a:pt x="44450" y="0"/>
                  </a:cubicBezTo>
                  <a:close/>
                  <a:moveTo>
                    <a:pt x="146685" y="103191"/>
                  </a:moveTo>
                  <a:cubicBezTo>
                    <a:pt x="142303" y="98896"/>
                    <a:pt x="135269" y="98965"/>
                    <a:pt x="130972" y="103347"/>
                  </a:cubicBezTo>
                  <a:cubicBezTo>
                    <a:pt x="125747" y="108682"/>
                    <a:pt x="118593" y="111688"/>
                    <a:pt x="111125" y="111688"/>
                  </a:cubicBezTo>
                  <a:cubicBezTo>
                    <a:pt x="103657" y="111688"/>
                    <a:pt x="96504" y="108682"/>
                    <a:pt x="91278" y="103347"/>
                  </a:cubicBezTo>
                  <a:cubicBezTo>
                    <a:pt x="86964" y="99069"/>
                    <a:pt x="80014" y="99050"/>
                    <a:pt x="75676" y="103303"/>
                  </a:cubicBezTo>
                  <a:cubicBezTo>
                    <a:pt x="71337" y="107557"/>
                    <a:pt x="71219" y="114506"/>
                    <a:pt x="75410" y="118904"/>
                  </a:cubicBezTo>
                  <a:cubicBezTo>
                    <a:pt x="84815" y="128502"/>
                    <a:pt x="97687" y="133910"/>
                    <a:pt x="111125" y="133910"/>
                  </a:cubicBezTo>
                  <a:cubicBezTo>
                    <a:pt x="124563" y="133910"/>
                    <a:pt x="137436" y="128502"/>
                    <a:pt x="146841" y="118904"/>
                  </a:cubicBezTo>
                  <a:cubicBezTo>
                    <a:pt x="151136" y="114522"/>
                    <a:pt x="151067" y="107487"/>
                    <a:pt x="146685" y="103191"/>
                  </a:cubicBezTo>
                  <a:moveTo>
                    <a:pt x="83455" y="55563"/>
                  </a:moveTo>
                  <a:lnTo>
                    <a:pt x="83344" y="55563"/>
                  </a:lnTo>
                  <a:cubicBezTo>
                    <a:pt x="77207" y="55563"/>
                    <a:pt x="72231" y="60538"/>
                    <a:pt x="72231" y="66675"/>
                  </a:cubicBezTo>
                  <a:cubicBezTo>
                    <a:pt x="72231" y="72812"/>
                    <a:pt x="77207" y="77788"/>
                    <a:pt x="83344" y="77788"/>
                  </a:cubicBezTo>
                  <a:lnTo>
                    <a:pt x="83455" y="77788"/>
                  </a:lnTo>
                  <a:cubicBezTo>
                    <a:pt x="89592" y="77788"/>
                    <a:pt x="94568" y="72812"/>
                    <a:pt x="94568" y="66675"/>
                  </a:cubicBezTo>
                  <a:cubicBezTo>
                    <a:pt x="94568" y="60538"/>
                    <a:pt x="89592" y="55563"/>
                    <a:pt x="83455" y="55563"/>
                  </a:cubicBezTo>
                  <a:moveTo>
                    <a:pt x="139018" y="55563"/>
                  </a:moveTo>
                  <a:lnTo>
                    <a:pt x="138907" y="55563"/>
                  </a:lnTo>
                  <a:cubicBezTo>
                    <a:pt x="132769" y="55563"/>
                    <a:pt x="127794" y="60538"/>
                    <a:pt x="127794" y="66675"/>
                  </a:cubicBezTo>
                  <a:cubicBezTo>
                    <a:pt x="127794" y="72812"/>
                    <a:pt x="132769" y="77788"/>
                    <a:pt x="138907" y="77788"/>
                  </a:cubicBezTo>
                  <a:lnTo>
                    <a:pt x="139018" y="77788"/>
                  </a:lnTo>
                  <a:cubicBezTo>
                    <a:pt x="145155" y="77788"/>
                    <a:pt x="150130" y="72812"/>
                    <a:pt x="150130" y="66675"/>
                  </a:cubicBezTo>
                  <a:cubicBezTo>
                    <a:pt x="150130" y="60538"/>
                    <a:pt x="145155" y="55563"/>
                    <a:pt x="139018" y="55563"/>
                  </a:cubicBezTo>
                </a:path>
              </a:pathLst>
            </a:custGeom>
            <a:solidFill>
              <a:schemeClr val="accent1"/>
            </a:solidFill>
            <a:ln>
              <a:noFill/>
            </a:ln>
          </p:spPr>
        </p:sp>
        <p:sp>
          <p:nvSpPr>
            <p:cNvPr id="20" name="TextBox 20"/>
            <p:cNvSpPr txBox="1"/>
            <p:nvPr/>
          </p:nvSpPr>
          <p:spPr>
            <a:xfrm>
              <a:off x="771906" y="5234940"/>
              <a:ext cx="3464433" cy="999744"/>
            </a:xfrm>
            <a:prstGeom prst="rect">
              <a:avLst/>
            </a:prstGeom>
            <a:noFill/>
            <a:ln>
              <a:noFill/>
            </a:ln>
          </p:spPr>
          <p:txBody>
            <a:bodyPr wrap="square" lIns="0" tIns="0" rIns="0" bIns="0" anchor="t" anchorCtr="0"/>
            <a:lstStyle/>
            <a:p>
              <a:pPr algn="l">
                <a:lnSpc>
                  <a:spcPts val="2550"/>
                </a:lnSpc>
              </a:pPr>
              <a:r>
                <a:rPr lang="zh-CN" sz="1800" b="1" dirty="0">
                  <a:solidFill>
                    <a:schemeClr val="dk1"/>
                  </a:solidFill>
                  <a:latin typeface="+mn-lt"/>
                  <a:ea typeface="+mn-ea"/>
                  <a:cs typeface="+mn-cs"/>
                </a:rPr>
                <a:t>直さずに、聞くだけでもいい。</a:t>
              </a:r>
              <a:r>
                <a:rPr lang="zh-CN" sz="1800" dirty="0">
                  <a:solidFill>
                    <a:schemeClr val="dk1"/>
                  </a:solidFill>
                  <a:latin typeface="+mn-lt"/>
                  <a:ea typeface="+mn-ea"/>
                  <a:cs typeface="+mn-cs"/>
                </a:rPr>
                <a:t>「新しい端末で動くか」「どう直すのが良いか」を AI に相談するところで終わってもよい。</a:t>
              </a:r>
            </a:p>
          </p:txBody>
        </p:sp>
      </p:grpSp>
      <p:grpSp>
        <p:nvGrpSpPr>
          <p:cNvPr id="26" name="Group 26"/>
          <p:cNvGrpSpPr/>
          <p:nvPr/>
        </p:nvGrpSpPr>
        <p:grpSpPr>
          <a:xfrm>
            <a:off x="5670042" y="1828800"/>
            <a:ext cx="5798058" cy="3775901"/>
            <a:chOff x="5670042" y="1828800"/>
            <a:chExt cx="5798058" cy="3775901"/>
          </a:xfrm>
        </p:grpSpPr>
        <p:sp>
          <p:nvSpPr>
            <p:cNvPr id="22" name="Rectangle 22"/>
            <p:cNvSpPr/>
            <p:nvPr/>
          </p:nvSpPr>
          <p:spPr>
            <a:xfrm>
              <a:off x="5676900" y="1828800"/>
              <a:ext cx="5791200" cy="3295650"/>
            </a:xfrm>
            <a:prstGeom prst="roundRect">
              <a:avLst>
                <a:gd name="adj" fmla="val 4046"/>
              </a:avLst>
            </a:prstGeom>
            <a:solidFill>
              <a:schemeClr val="accent6"/>
            </a:solidFill>
            <a:ln>
              <a:noFill/>
            </a:ln>
          </p:spPr>
        </p:sp>
        <p:pic>
          <p:nvPicPr>
            <p:cNvPr id="23" name="Image 23"/>
            <p:cNvPicPr>
              <a:picLocks noChangeAspect="1"/>
            </p:cNvPicPr>
            <p:nvPr/>
          </p:nvPicPr>
          <p:blipFill>
            <a:blip r:embed="rId2"/>
            <a:stretch>
              <a:fillRect/>
            </a:stretch>
          </p:blipFill>
          <p:spPr>
            <a:xfrm>
              <a:off x="5715000" y="1866900"/>
              <a:ext cx="5715000" cy="3219450"/>
            </a:xfrm>
            <a:prstGeom prst="roundRect">
              <a:avLst>
                <a:gd name="adj" fmla="val 2958"/>
              </a:avLst>
            </a:prstGeom>
          </p:spPr>
        </p:pic>
        <p:sp>
          <p:nvSpPr>
            <p:cNvPr id="24" name="Rectangle 24"/>
            <p:cNvSpPr/>
            <p:nvPr/>
          </p:nvSpPr>
          <p:spPr>
            <a:xfrm>
              <a:off x="5715000" y="1866900"/>
              <a:ext cx="5715000" cy="3219450"/>
            </a:xfrm>
            <a:prstGeom prst="roundRect">
              <a:avLst>
                <a:gd name="adj" fmla="val 2959"/>
              </a:avLst>
            </a:prstGeom>
            <a:noFill/>
            <a:ln w="9525">
              <a:solidFill>
                <a:srgbClr val="E2E8F0"/>
              </a:solidFill>
            </a:ln>
          </p:spPr>
        </p:sp>
        <p:sp>
          <p:nvSpPr>
            <p:cNvPr id="25" name="TextBox 25"/>
            <p:cNvSpPr txBox="1"/>
            <p:nvPr/>
          </p:nvSpPr>
          <p:spPr>
            <a:xfrm>
              <a:off x="5670042" y="5340668"/>
              <a:ext cx="2612555" cy="264033"/>
            </a:xfrm>
            <a:prstGeom prst="rect">
              <a:avLst/>
            </a:prstGeom>
            <a:noFill/>
            <a:ln>
              <a:noFill/>
            </a:ln>
          </p:spPr>
          <p:txBody>
            <a:bodyPr wrap="none" lIns="0" tIns="0" rIns="0" bIns="0" anchor="t" anchorCtr="0">
              <a:spAutoFit/>
            </a:bodyPr>
            <a:lstStyle/>
            <a:p>
              <a:pPr algn="l"/>
              <a:r>
                <a:rPr lang="zh-CN" sz="1350" dirty="0">
                  <a:solidFill>
                    <a:srgbClr val="5B6B7C"/>
                  </a:solidFill>
                  <a:latin typeface="+mn-lt"/>
                  <a:ea typeface="+mn-ea"/>
                  <a:cs typeface="+mn-cs"/>
                </a:rPr>
                <a:t>利用者がすることは、この 2 枚から選ぶこと</a:t>
              </a:r>
            </a:p>
          </p:txBody>
        </p:sp>
      </p:grpSp>
      <p:grpSp>
        <p:nvGrpSpPr>
          <p:cNvPr id="30" name="Group 30"/>
          <p:cNvGrpSpPr/>
          <p:nvPr/>
        </p:nvGrpSpPr>
        <p:grpSpPr>
          <a:xfrm>
            <a:off x="5676900" y="5753100"/>
            <a:ext cx="6134100" cy="590550"/>
            <a:chOff x="5676900" y="5753100"/>
            <a:chExt cx="6134100" cy="590550"/>
          </a:xfrm>
        </p:grpSpPr>
        <p:sp>
          <p:nvSpPr>
            <p:cNvPr id="27" name="Rectangle 27"/>
            <p:cNvSpPr/>
            <p:nvPr/>
          </p:nvSpPr>
          <p:spPr>
            <a:xfrm>
              <a:off x="5676900" y="5753100"/>
              <a:ext cx="6134100" cy="590550"/>
            </a:xfrm>
            <a:prstGeom prst="roundRect">
              <a:avLst>
                <a:gd name="adj" fmla="val 22581"/>
              </a:avLst>
            </a:prstGeom>
            <a:solidFill>
              <a:schemeClr val="lt1"/>
            </a:solidFill>
            <a:ln w="19050">
              <a:solidFill>
                <a:srgbClr val="2E7D5B"/>
              </a:solidFill>
            </a:ln>
          </p:spPr>
        </p:sp>
        <p:sp>
          <p:nvSpPr>
            <p:cNvPr id="28" name="Freeform 28"/>
            <p:cNvSpPr/>
            <p:nvPr/>
          </p:nvSpPr>
          <p:spPr>
            <a:xfrm>
              <a:off x="5926137" y="5940565"/>
              <a:ext cx="217003" cy="217358"/>
            </a:xfrm>
            <a:custGeom>
              <a:avLst/>
              <a:gdLst/>
              <a:ahLst/>
              <a:cxnLst/>
              <a:rect l="l" t="t" r="r" b="b"/>
              <a:pathLst>
                <a:path w="217003" h="217358">
                  <a:moveTo>
                    <a:pt x="154781" y="18449"/>
                  </a:moveTo>
                  <a:cubicBezTo>
                    <a:pt x="197783" y="43278"/>
                    <a:pt x="217003" y="95214"/>
                    <a:pt x="200524" y="142055"/>
                  </a:cubicBezTo>
                  <a:cubicBezTo>
                    <a:pt x="184044" y="188897"/>
                    <a:pt x="136540" y="217358"/>
                    <a:pt x="87464" y="209793"/>
                  </a:cubicBezTo>
                  <a:cubicBezTo>
                    <a:pt x="38388" y="202228"/>
                    <a:pt x="1660" y="160782"/>
                    <a:pt x="52" y="111153"/>
                  </a:cubicBezTo>
                  <a:lnTo>
                    <a:pt x="0" y="107809"/>
                  </a:lnTo>
                  <a:lnTo>
                    <a:pt x="52" y="104466"/>
                  </a:lnTo>
                  <a:cubicBezTo>
                    <a:pt x="1227" y="68216"/>
                    <a:pt x="21348" y="35245"/>
                    <a:pt x="53047" y="17623"/>
                  </a:cubicBezTo>
                  <a:cubicBezTo>
                    <a:pt x="84747" y="0"/>
                    <a:pt x="123372" y="314"/>
                    <a:pt x="154781" y="18449"/>
                  </a:cubicBezTo>
                  <a:close/>
                  <a:moveTo>
                    <a:pt x="141439" y="79877"/>
                  </a:moveTo>
                  <a:cubicBezTo>
                    <a:pt x="137762" y="76201"/>
                    <a:pt x="131926" y="75834"/>
                    <a:pt x="127818" y="79020"/>
                  </a:cubicBezTo>
                  <a:lnTo>
                    <a:pt x="126848" y="79877"/>
                  </a:lnTo>
                  <a:lnTo>
                    <a:pt x="92868" y="113846"/>
                  </a:lnTo>
                  <a:lnTo>
                    <a:pt x="79526" y="100514"/>
                  </a:lnTo>
                  <a:lnTo>
                    <a:pt x="78556" y="99658"/>
                  </a:lnTo>
                  <a:cubicBezTo>
                    <a:pt x="74448" y="96473"/>
                    <a:pt x="68614" y="96842"/>
                    <a:pt x="64938" y="100517"/>
                  </a:cubicBezTo>
                  <a:cubicBezTo>
                    <a:pt x="61263" y="104192"/>
                    <a:pt x="60895" y="110027"/>
                    <a:pt x="64079" y="114135"/>
                  </a:cubicBezTo>
                  <a:lnTo>
                    <a:pt x="64936" y="115105"/>
                  </a:lnTo>
                  <a:lnTo>
                    <a:pt x="85573" y="135742"/>
                  </a:lnTo>
                  <a:lnTo>
                    <a:pt x="86543" y="136599"/>
                  </a:lnTo>
                  <a:cubicBezTo>
                    <a:pt x="90266" y="139487"/>
                    <a:pt x="95471" y="139487"/>
                    <a:pt x="99194" y="136599"/>
                  </a:cubicBezTo>
                  <a:lnTo>
                    <a:pt x="100164" y="135742"/>
                  </a:lnTo>
                  <a:lnTo>
                    <a:pt x="141439" y="94467"/>
                  </a:lnTo>
                  <a:lnTo>
                    <a:pt x="142295" y="93497"/>
                  </a:lnTo>
                  <a:cubicBezTo>
                    <a:pt x="145482" y="89390"/>
                    <a:pt x="145115" y="83553"/>
                    <a:pt x="141439" y="79877"/>
                  </a:cubicBezTo>
                  <a:close/>
                </a:path>
              </a:pathLst>
            </a:custGeom>
            <a:solidFill>
              <a:srgbClr val="2E7D5B"/>
            </a:solidFill>
            <a:ln>
              <a:noFill/>
            </a:ln>
          </p:spPr>
        </p:sp>
        <p:sp>
          <p:nvSpPr>
            <p:cNvPr id="29" name="TextBox 29"/>
            <p:cNvSpPr txBox="1"/>
            <p:nvPr/>
          </p:nvSpPr>
          <p:spPr>
            <a:xfrm>
              <a:off x="6258306" y="5930265"/>
              <a:ext cx="3392150" cy="352044"/>
            </a:xfrm>
            <a:prstGeom prst="rect">
              <a:avLst/>
            </a:prstGeom>
            <a:noFill/>
            <a:ln>
              <a:noFill/>
            </a:ln>
          </p:spPr>
          <p:txBody>
            <a:bodyPr wrap="none" lIns="0" tIns="0" rIns="0" bIns="0" anchor="t" anchorCtr="0">
              <a:spAutoFit/>
            </a:bodyPr>
            <a:lstStyle/>
            <a:p>
              <a:pPr algn="l"/>
              <a:r>
                <a:rPr lang="zh-CN" sz="1800" b="1" dirty="0">
                  <a:solidFill>
                    <a:schemeClr val="dk1"/>
                  </a:solidFill>
                  <a:latin typeface="+mn-lt"/>
                  <a:ea typeface="+mn-ea"/>
                  <a:cs typeface="+mn-cs"/>
                </a:rPr>
                <a:t>AIチャットが使えれば、マクロは直せる。</a:t>
              </a:r>
            </a:p>
          </p:txBody>
        </p:sp>
      </p:grpSp>
      <p:grpSp>
        <p:nvGrpSpPr>
          <p:cNvPr id="33" name="Group 33"/>
          <p:cNvGrpSpPr/>
          <p:nvPr/>
        </p:nvGrpSpPr>
        <p:grpSpPr>
          <a:xfrm>
            <a:off x="374904" y="6537960"/>
            <a:ext cx="11442192" cy="234696"/>
            <a:chOff x="374904" y="6537960"/>
            <a:chExt cx="11442192" cy="234696"/>
          </a:xfrm>
        </p:grpSpPr>
        <p:sp>
          <p:nvSpPr>
            <p:cNvPr id="31" name="TextBox 31"/>
            <p:cNvSpPr txBox="1"/>
            <p:nvPr/>
          </p:nvSpPr>
          <p:spPr>
            <a:xfrm>
              <a:off x="374904" y="6537960"/>
              <a:ext cx="1223772" cy="234696"/>
            </a:xfrm>
            <a:prstGeom prst="rect">
              <a:avLst/>
            </a:prstGeom>
            <a:noFill/>
            <a:ln>
              <a:noFill/>
            </a:ln>
          </p:spPr>
          <p:txBody>
            <a:bodyPr wrap="none" lIns="0" tIns="0" rIns="0" bIns="0" anchor="t" anchorCtr="0">
              <a:spAutoFit/>
            </a:bodyPr>
            <a:lstStyle/>
            <a:p>
              <a:pPr algn="l"/>
              <a:r>
                <a:rPr lang="zh-CN" sz="1200" dirty="0">
                  <a:solidFill>
                    <a:srgbClr val="5B6B7C"/>
                  </a:solidFill>
                  <a:latin typeface="+mn-lt"/>
                  <a:ea typeface="+mn-ea"/>
                  <a:cs typeface="+mn-cs"/>
                </a:rPr>
                <a:t>第一部 サービス説明</a:t>
              </a:r>
            </a:p>
          </p:txBody>
        </p:sp>
        <p:sp>
          <p:nvSpPr>
            <p:cNvPr id="32" name="TextBox 32"/>
            <p:cNvSpPr txBox="1"/>
            <p:nvPr/>
          </p:nvSpPr>
          <p:spPr>
            <a:xfrm>
              <a:off x="11627206" y="6537960"/>
              <a:ext cx="189890" cy="234696"/>
            </a:xfrm>
            <a:prstGeom prst="rect">
              <a:avLst/>
            </a:prstGeom>
            <a:noFill/>
            <a:ln>
              <a:noFill/>
            </a:ln>
          </p:spPr>
          <p:txBody>
            <a:bodyPr wrap="none" lIns="0" tIns="0" rIns="0" bIns="0" anchor="t" anchorCtr="0">
              <a:spAutoFit/>
            </a:bodyPr>
            <a:lstStyle/>
            <a:p>
              <a:pPr algn="r"/>
              <a:r>
                <a:rPr lang="en-US" sz="1200" dirty="0">
                  <a:solidFill>
                    <a:srgbClr val="5B6B7C"/>
                  </a:solidFill>
                  <a:latin typeface="+mn-lt"/>
                  <a:ea typeface="+mn-ea"/>
                  <a:cs typeface="+mn-cs"/>
                </a:rPr>
                <a:t>03</a:t>
              </a:r>
            </a:p>
          </p:txBody>
        </p:sp>
      </p:gr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7" name="Group 7"/>
          <p:cNvGrpSpPr/>
          <p:nvPr/>
        </p:nvGrpSpPr>
        <p:grpSpPr>
          <a:xfrm>
            <a:off x="381000" y="476250"/>
            <a:ext cx="11439144" cy="657225"/>
            <a:chOff x="381000" y="476250"/>
            <a:chExt cx="11439144" cy="657225"/>
          </a:xfrm>
        </p:grpSpPr>
        <p:sp>
          <p:nvSpPr>
            <p:cNvPr id="2" name="Rectangle 2"/>
            <p:cNvSpPr/>
            <p:nvPr/>
          </p:nvSpPr>
          <p:spPr>
            <a:xfrm>
              <a:off x="381000" y="476250"/>
              <a:ext cx="1257300" cy="342900"/>
            </a:xfrm>
            <a:prstGeom prst="roundRect">
              <a:avLst>
                <a:gd name="adj" fmla="val 50000"/>
              </a:avLst>
            </a:prstGeom>
            <a:solidFill>
              <a:schemeClr val="accent1"/>
            </a:solidFill>
            <a:ln>
              <a:noFill/>
            </a:ln>
          </p:spPr>
        </p:sp>
        <p:sp>
          <p:nvSpPr>
            <p:cNvPr id="3" name="TextBox 3"/>
            <p:cNvSpPr txBox="1"/>
            <p:nvPr/>
          </p:nvSpPr>
          <p:spPr>
            <a:xfrm>
              <a:off x="554356" y="568642"/>
              <a:ext cx="910588"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mn-lt"/>
                  <a:ea typeface="+mn-ea"/>
                  <a:cs typeface="+mn-cs"/>
                </a:rPr>
                <a:t>第一部 · 3</a:t>
              </a:r>
            </a:p>
          </p:txBody>
        </p:sp>
        <p:sp>
          <p:nvSpPr>
            <p:cNvPr id="4" name="TextBox 4"/>
            <p:cNvSpPr txBox="1"/>
            <p:nvPr/>
          </p:nvSpPr>
          <p:spPr>
            <a:xfrm>
              <a:off x="1793748" y="479108"/>
              <a:ext cx="3371421" cy="616077"/>
            </a:xfrm>
            <a:prstGeom prst="rect">
              <a:avLst/>
            </a:prstGeom>
            <a:noFill/>
            <a:ln>
              <a:noFill/>
            </a:ln>
          </p:spPr>
          <p:txBody>
            <a:bodyPr wrap="none" lIns="0" tIns="0" rIns="0" bIns="0" anchor="t" anchorCtr="0">
              <a:spAutoFit/>
            </a:bodyPr>
            <a:lstStyle/>
            <a:p>
              <a:pPr algn="l"/>
              <a:r>
                <a:rPr lang="zh-CN" sz="3150" b="1" dirty="0">
                  <a:solidFill>
                    <a:schemeClr val="dk1"/>
                  </a:solidFill>
                  <a:latin typeface="+mn-lt"/>
                  <a:ea typeface="+mn-ea"/>
                  <a:cs typeface="+mn-cs"/>
                </a:rPr>
                <a:t>心配しなくてよくなること</a:t>
              </a:r>
            </a:p>
          </p:txBody>
        </p:sp>
        <p:sp>
          <p:nvSpPr>
            <p:cNvPr id="5" name="TextBox 5"/>
            <p:cNvSpPr txBox="1"/>
            <p:nvPr/>
          </p:nvSpPr>
          <p:spPr>
            <a:xfrm>
              <a:off x="6840436" y="605790"/>
              <a:ext cx="4979708" cy="352044"/>
            </a:xfrm>
            <a:prstGeom prst="rect">
              <a:avLst/>
            </a:prstGeom>
            <a:noFill/>
            <a:ln>
              <a:noFill/>
            </a:ln>
          </p:spPr>
          <p:txBody>
            <a:bodyPr wrap="none" lIns="0" tIns="0" rIns="0" bIns="0" anchor="t" anchorCtr="0">
              <a:spAutoFit/>
            </a:bodyPr>
            <a:lstStyle/>
            <a:p>
              <a:pPr algn="r"/>
              <a:r>
                <a:rPr lang="zh-CN" sz="1800" b="1" dirty="0">
                  <a:solidFill>
                    <a:schemeClr val="accent1"/>
                  </a:solidFill>
                  <a:latin typeface="+mn-lt"/>
                  <a:ea typeface="+mn-ea"/>
                  <a:cs typeface="+mn-cs"/>
                </a:rPr>
                <a:t>手間も、事故も、あとの説明も、道具の側で受け持つ</a:t>
              </a:r>
            </a:p>
          </p:txBody>
        </p:sp>
        <p:sp>
          <p:nvSpPr>
            <p:cNvPr id="6" name="Line 6"/>
            <p:cNvSpPr/>
            <p:nvPr/>
          </p:nvSpPr>
          <p:spPr>
            <a:xfrm>
              <a:off x="381000" y="1123950"/>
              <a:ext cx="11430000" cy="9525"/>
            </a:xfrm>
            <a:custGeom>
              <a:avLst/>
              <a:gdLst/>
              <a:ahLst/>
              <a:cxnLst/>
              <a:rect l="l" t="t" r="r" b="b"/>
              <a:pathLst>
                <a:path w="11430000" h="9525">
                  <a:moveTo>
                    <a:pt x="0" y="0"/>
                  </a:moveTo>
                  <a:lnTo>
                    <a:pt x="11430000" y="0"/>
                  </a:lnTo>
                </a:path>
              </a:pathLst>
            </a:custGeom>
            <a:noFill/>
            <a:ln w="9525">
              <a:solidFill>
                <a:srgbClr val="E2E8F0"/>
              </a:solidFill>
            </a:ln>
          </p:spPr>
        </p:sp>
      </p:grpSp>
      <p:grpSp>
        <p:nvGrpSpPr>
          <p:cNvPr id="12" name="Group 12"/>
          <p:cNvGrpSpPr/>
          <p:nvPr/>
        </p:nvGrpSpPr>
        <p:grpSpPr>
          <a:xfrm>
            <a:off x="381000" y="1333500"/>
            <a:ext cx="11430000" cy="443484"/>
            <a:chOff x="381000" y="1333500"/>
            <a:chExt cx="11430000" cy="443484"/>
          </a:xfrm>
        </p:grpSpPr>
        <p:sp>
          <p:nvSpPr>
            <p:cNvPr id="8" name="Rectangle 8"/>
            <p:cNvSpPr/>
            <p:nvPr/>
          </p:nvSpPr>
          <p:spPr>
            <a:xfrm>
              <a:off x="381000" y="1333500"/>
              <a:ext cx="4953000" cy="419100"/>
            </a:xfrm>
            <a:prstGeom prst="roundRect">
              <a:avLst>
                <a:gd name="adj" fmla="val 27273"/>
              </a:avLst>
            </a:prstGeom>
            <a:solidFill>
              <a:schemeClr val="lt2"/>
            </a:solidFill>
            <a:ln>
              <a:noFill/>
            </a:ln>
          </p:spPr>
        </p:sp>
        <p:sp>
          <p:nvSpPr>
            <p:cNvPr id="9" name="TextBox 9"/>
            <p:cNvSpPr txBox="1"/>
            <p:nvPr/>
          </p:nvSpPr>
          <p:spPr>
            <a:xfrm>
              <a:off x="676656" y="1424940"/>
              <a:ext cx="1201396" cy="352044"/>
            </a:xfrm>
            <a:prstGeom prst="rect">
              <a:avLst/>
            </a:prstGeom>
            <a:noFill/>
            <a:ln>
              <a:noFill/>
            </a:ln>
          </p:spPr>
          <p:txBody>
            <a:bodyPr wrap="none" lIns="0" tIns="0" rIns="0" bIns="0" anchor="t" anchorCtr="0">
              <a:spAutoFit/>
            </a:bodyPr>
            <a:lstStyle/>
            <a:p>
              <a:pPr algn="l"/>
              <a:r>
                <a:rPr lang="zh-CN" sz="1800" b="1" dirty="0">
                  <a:solidFill>
                    <a:srgbClr val="5B6B7C"/>
                  </a:solidFill>
                  <a:latin typeface="+mn-lt"/>
                  <a:ea typeface="+mn-ea"/>
                  <a:cs typeface="+mn-cs"/>
                </a:rPr>
                <a:t>今までの心配</a:t>
              </a:r>
            </a:p>
          </p:txBody>
        </p:sp>
        <p:sp>
          <p:nvSpPr>
            <p:cNvPr id="10" name="Rectangle 10"/>
            <p:cNvSpPr/>
            <p:nvPr/>
          </p:nvSpPr>
          <p:spPr>
            <a:xfrm>
              <a:off x="5562600" y="1333500"/>
              <a:ext cx="6248400" cy="419100"/>
            </a:xfrm>
            <a:prstGeom prst="roundRect">
              <a:avLst>
                <a:gd name="adj" fmla="val 27273"/>
              </a:avLst>
            </a:prstGeom>
            <a:solidFill>
              <a:schemeClr val="accent1"/>
            </a:solidFill>
            <a:ln>
              <a:noFill/>
            </a:ln>
          </p:spPr>
        </p:sp>
        <p:sp>
          <p:nvSpPr>
            <p:cNvPr id="11" name="TextBox 11"/>
            <p:cNvSpPr txBox="1"/>
            <p:nvPr/>
          </p:nvSpPr>
          <p:spPr>
            <a:xfrm>
              <a:off x="5858256" y="1424940"/>
              <a:ext cx="997850" cy="352044"/>
            </a:xfrm>
            <a:prstGeom prst="rect">
              <a:avLst/>
            </a:prstGeom>
            <a:noFill/>
            <a:ln>
              <a:noFill/>
            </a:ln>
          </p:spPr>
          <p:txBody>
            <a:bodyPr wrap="none" lIns="0" tIns="0" rIns="0" bIns="0" anchor="t" anchorCtr="0">
              <a:spAutoFit/>
            </a:bodyPr>
            <a:lstStyle/>
            <a:p>
              <a:pPr algn="l"/>
              <a:r>
                <a:rPr lang="en-US" sz="1800" b="1" dirty="0">
                  <a:solidFill>
                    <a:srgbClr val="FFFFFF"/>
                  </a:solidFill>
                  <a:latin typeface="+mn-lt"/>
                  <a:ea typeface="+mn-ea"/>
                  <a:cs typeface="+mn-cs"/>
                </a:rPr>
                <a:t>このツールでは</a:t>
              </a:r>
            </a:p>
          </p:txBody>
        </p:sp>
      </p:grpSp>
      <p:grpSp>
        <p:nvGrpSpPr>
          <p:cNvPr id="20" name="Group 20"/>
          <p:cNvGrpSpPr/>
          <p:nvPr/>
        </p:nvGrpSpPr>
        <p:grpSpPr>
          <a:xfrm>
            <a:off x="381000" y="1847850"/>
            <a:ext cx="11430000" cy="704850"/>
            <a:chOff x="381000" y="1847850"/>
            <a:chExt cx="11430000" cy="704850"/>
          </a:xfrm>
        </p:grpSpPr>
        <p:sp>
          <p:nvSpPr>
            <p:cNvPr id="13" name="Rectangle 13"/>
            <p:cNvSpPr/>
            <p:nvPr/>
          </p:nvSpPr>
          <p:spPr>
            <a:xfrm>
              <a:off x="381000" y="1847850"/>
              <a:ext cx="4953000" cy="704850"/>
            </a:xfrm>
            <a:prstGeom prst="roundRect">
              <a:avLst>
                <a:gd name="adj" fmla="val 16216"/>
              </a:avLst>
            </a:prstGeom>
            <a:solidFill>
              <a:schemeClr val="lt1"/>
            </a:solidFill>
            <a:ln w="9525">
              <a:solidFill>
                <a:srgbClr val="E2E8F0"/>
              </a:solidFill>
            </a:ln>
          </p:spPr>
        </p:sp>
        <p:sp>
          <p:nvSpPr>
            <p:cNvPr id="14" name="TextBox 14"/>
            <p:cNvSpPr txBox="1"/>
            <p:nvPr/>
          </p:nvSpPr>
          <p:spPr>
            <a:xfrm>
              <a:off x="676656" y="2091690"/>
              <a:ext cx="2344522" cy="352044"/>
            </a:xfrm>
            <a:prstGeom prst="rect">
              <a:avLst/>
            </a:prstGeom>
            <a:noFill/>
            <a:ln>
              <a:noFill/>
            </a:ln>
          </p:spPr>
          <p:txBody>
            <a:bodyPr wrap="none" lIns="0" tIns="0" rIns="0" bIns="0" anchor="t" anchorCtr="0">
              <a:spAutoFit/>
            </a:bodyPr>
            <a:lstStyle/>
            <a:p>
              <a:pPr algn="l"/>
              <a:r>
                <a:rPr lang="zh-CN" sz="1800" dirty="0">
                  <a:solidFill>
                    <a:srgbClr val="5B6B7C"/>
                  </a:solidFill>
                  <a:latin typeface="+mn-lt"/>
                  <a:ea typeface="+mn-ea"/>
                  <a:cs typeface="+mn-cs"/>
                </a:rPr>
                <a:t>何をどう頼めばいいか分からない</a:t>
              </a:r>
            </a:p>
          </p:txBody>
        </p:sp>
        <p:sp>
          <p:nvSpPr>
            <p:cNvPr id="15" name="Rectangle 15"/>
            <p:cNvSpPr/>
            <p:nvPr/>
          </p:nvSpPr>
          <p:spPr>
            <a:xfrm>
              <a:off x="5562600" y="1847850"/>
              <a:ext cx="6248400" cy="704850"/>
            </a:xfrm>
            <a:prstGeom prst="roundRect">
              <a:avLst>
                <a:gd name="adj" fmla="val 16216"/>
              </a:avLst>
            </a:prstGeom>
            <a:solidFill>
              <a:schemeClr val="accent6"/>
            </a:solidFill>
            <a:ln>
              <a:noFill/>
            </a:ln>
          </p:spPr>
        </p:sp>
        <p:grpSp>
          <p:nvGrpSpPr>
            <p:cNvPr id="18" name="Group 18"/>
            <p:cNvGrpSpPr/>
            <p:nvPr/>
          </p:nvGrpSpPr>
          <p:grpSpPr>
            <a:xfrm>
              <a:off x="5870574" y="2097087"/>
              <a:ext cx="165101" cy="206375"/>
              <a:chOff x="5870574" y="2097087"/>
              <a:chExt cx="165101" cy="206375"/>
            </a:xfrm>
          </p:grpSpPr>
          <p:sp>
            <p:nvSpPr>
              <p:cNvPr id="16" name="Freeform 16"/>
              <p:cNvSpPr/>
              <p:nvPr/>
            </p:nvSpPr>
            <p:spPr>
              <a:xfrm>
                <a:off x="5870574" y="2097087"/>
                <a:ext cx="165101" cy="206375"/>
              </a:xfrm>
              <a:custGeom>
                <a:avLst/>
                <a:gdLst/>
                <a:ahLst/>
                <a:cxnLst/>
                <a:rect l="l" t="t" r="r" b="b"/>
                <a:pathLst>
                  <a:path w="165101" h="206375">
                    <a:moveTo>
                      <a:pt x="82551" y="0"/>
                    </a:moveTo>
                    <a:lnTo>
                      <a:pt x="83758" y="72"/>
                    </a:lnTo>
                    <a:cubicBezTo>
                      <a:pt x="88499" y="631"/>
                      <a:pt x="92238" y="4370"/>
                      <a:pt x="92797" y="9111"/>
                    </a:cubicBezTo>
                    <a:lnTo>
                      <a:pt x="92869" y="10319"/>
                    </a:lnTo>
                    <a:lnTo>
                      <a:pt x="92869" y="51594"/>
                    </a:lnTo>
                    <a:lnTo>
                      <a:pt x="92921" y="53141"/>
                    </a:lnTo>
                    <a:cubicBezTo>
                      <a:pt x="93684" y="63294"/>
                      <a:pt x="101737" y="71373"/>
                      <a:pt x="111887" y="72169"/>
                    </a:cubicBezTo>
                    <a:lnTo>
                      <a:pt x="113507" y="72231"/>
                    </a:lnTo>
                    <a:lnTo>
                      <a:pt x="154782" y="72231"/>
                    </a:lnTo>
                    <a:lnTo>
                      <a:pt x="155989" y="72303"/>
                    </a:lnTo>
                    <a:cubicBezTo>
                      <a:pt x="160730" y="72862"/>
                      <a:pt x="164469" y="76601"/>
                      <a:pt x="165028" y="81342"/>
                    </a:cubicBezTo>
                    <a:lnTo>
                      <a:pt x="165100" y="82550"/>
                    </a:lnTo>
                    <a:lnTo>
                      <a:pt x="165100" y="175418"/>
                    </a:lnTo>
                    <a:cubicBezTo>
                      <a:pt x="165101" y="191810"/>
                      <a:pt x="152324" y="205361"/>
                      <a:pt x="135960" y="206323"/>
                    </a:cubicBezTo>
                    <a:lnTo>
                      <a:pt x="134144" y="206374"/>
                    </a:lnTo>
                    <a:lnTo>
                      <a:pt x="30957" y="206374"/>
                    </a:lnTo>
                    <a:cubicBezTo>
                      <a:pt x="14565" y="206375"/>
                      <a:pt x="1014" y="193598"/>
                      <a:pt x="53" y="177234"/>
                    </a:cubicBezTo>
                    <a:lnTo>
                      <a:pt x="1" y="175418"/>
                    </a:lnTo>
                    <a:lnTo>
                      <a:pt x="1" y="30956"/>
                    </a:lnTo>
                    <a:cubicBezTo>
                      <a:pt x="0" y="14564"/>
                      <a:pt x="12777" y="1013"/>
                      <a:pt x="29141" y="52"/>
                    </a:cubicBezTo>
                    <a:lnTo>
                      <a:pt x="30957" y="0"/>
                    </a:lnTo>
                    <a:close/>
                    <a:moveTo>
                      <a:pt x="113507" y="144462"/>
                    </a:moveTo>
                    <a:lnTo>
                      <a:pt x="51595" y="144462"/>
                    </a:lnTo>
                    <a:cubicBezTo>
                      <a:pt x="45896" y="144462"/>
                      <a:pt x="41276" y="149082"/>
                      <a:pt x="41276" y="154781"/>
                    </a:cubicBezTo>
                    <a:cubicBezTo>
                      <a:pt x="41276" y="160480"/>
                      <a:pt x="45896" y="165099"/>
                      <a:pt x="51595" y="165099"/>
                    </a:cubicBezTo>
                    <a:lnTo>
                      <a:pt x="113507" y="165099"/>
                    </a:lnTo>
                    <a:cubicBezTo>
                      <a:pt x="119206" y="165099"/>
                      <a:pt x="123826" y="160480"/>
                      <a:pt x="123826" y="154781"/>
                    </a:cubicBezTo>
                    <a:cubicBezTo>
                      <a:pt x="123826" y="149082"/>
                      <a:pt x="119206" y="144462"/>
                      <a:pt x="113507" y="144462"/>
                    </a:cubicBezTo>
                    <a:moveTo>
                      <a:pt x="113507" y="103187"/>
                    </a:moveTo>
                    <a:lnTo>
                      <a:pt x="51595" y="103187"/>
                    </a:lnTo>
                    <a:cubicBezTo>
                      <a:pt x="45896" y="103187"/>
                      <a:pt x="41276" y="107807"/>
                      <a:pt x="41276" y="113506"/>
                    </a:cubicBezTo>
                    <a:cubicBezTo>
                      <a:pt x="41276" y="119205"/>
                      <a:pt x="45896" y="123825"/>
                      <a:pt x="51595" y="123825"/>
                    </a:cubicBezTo>
                    <a:lnTo>
                      <a:pt x="113507" y="123825"/>
                    </a:lnTo>
                    <a:cubicBezTo>
                      <a:pt x="119206" y="123825"/>
                      <a:pt x="123826" y="119205"/>
                      <a:pt x="123826" y="113506"/>
                    </a:cubicBezTo>
                    <a:cubicBezTo>
                      <a:pt x="123826" y="107807"/>
                      <a:pt x="119206" y="103187"/>
                      <a:pt x="113507" y="103187"/>
                    </a:cubicBezTo>
                    <a:moveTo>
                      <a:pt x="61913" y="61912"/>
                    </a:moveTo>
                    <a:lnTo>
                      <a:pt x="51595" y="61912"/>
                    </a:lnTo>
                    <a:cubicBezTo>
                      <a:pt x="45896" y="61912"/>
                      <a:pt x="41276" y="66532"/>
                      <a:pt x="41276" y="72231"/>
                    </a:cubicBezTo>
                    <a:cubicBezTo>
                      <a:pt x="41276" y="77930"/>
                      <a:pt x="45896" y="82550"/>
                      <a:pt x="51595" y="82550"/>
                    </a:cubicBezTo>
                    <a:lnTo>
                      <a:pt x="61913" y="82550"/>
                    </a:lnTo>
                    <a:cubicBezTo>
                      <a:pt x="67612" y="82550"/>
                      <a:pt x="72232" y="77930"/>
                      <a:pt x="72232" y="72231"/>
                    </a:cubicBezTo>
                    <a:cubicBezTo>
                      <a:pt x="72232" y="66532"/>
                      <a:pt x="67612" y="61912"/>
                      <a:pt x="61913" y="61912"/>
                    </a:cubicBezTo>
                  </a:path>
                </a:pathLst>
              </a:custGeom>
              <a:solidFill>
                <a:schemeClr val="accent1"/>
              </a:solidFill>
              <a:ln>
                <a:noFill/>
              </a:ln>
            </p:spPr>
          </p:sp>
          <p:sp>
            <p:nvSpPr>
              <p:cNvPr id="17" name="Freeform 17"/>
              <p:cNvSpPr/>
              <p:nvPr/>
            </p:nvSpPr>
            <p:spPr>
              <a:xfrm>
                <a:off x="5984070" y="2107396"/>
                <a:ext cx="41285" cy="41285"/>
              </a:xfrm>
              <a:custGeom>
                <a:avLst/>
                <a:gdLst/>
                <a:ahLst/>
                <a:cxnLst/>
                <a:rect l="l" t="t" r="r" b="b"/>
                <a:pathLst>
                  <a:path w="41285" h="41285">
                    <a:moveTo>
                      <a:pt x="41285" y="41285"/>
                    </a:moveTo>
                    <a:lnTo>
                      <a:pt x="10" y="41285"/>
                    </a:lnTo>
                    <a:lnTo>
                      <a:pt x="0" y="0"/>
                    </a:lnTo>
                    <a:close/>
                  </a:path>
                </a:pathLst>
              </a:custGeom>
              <a:solidFill>
                <a:schemeClr val="accent1"/>
              </a:solidFill>
              <a:ln>
                <a:noFill/>
              </a:ln>
            </p:spPr>
          </p:sp>
        </p:grpSp>
        <p:sp>
          <p:nvSpPr>
            <p:cNvPr id="19" name="TextBox 19"/>
            <p:cNvSpPr txBox="1"/>
            <p:nvPr/>
          </p:nvSpPr>
          <p:spPr>
            <a:xfrm>
              <a:off x="6201156" y="2091690"/>
              <a:ext cx="3955923"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頼みたいことを選べば、依頼文はこちらで用意する</a:t>
              </a:r>
            </a:p>
          </p:txBody>
        </p:sp>
      </p:grpSp>
      <p:grpSp>
        <p:nvGrpSpPr>
          <p:cNvPr id="26" name="Group 26"/>
          <p:cNvGrpSpPr/>
          <p:nvPr/>
        </p:nvGrpSpPr>
        <p:grpSpPr>
          <a:xfrm>
            <a:off x="381000" y="2647950"/>
            <a:ext cx="11430000" cy="704850"/>
            <a:chOff x="381000" y="2647950"/>
            <a:chExt cx="11430000" cy="704850"/>
          </a:xfrm>
        </p:grpSpPr>
        <p:sp>
          <p:nvSpPr>
            <p:cNvPr id="21" name="Rectangle 21"/>
            <p:cNvSpPr/>
            <p:nvPr/>
          </p:nvSpPr>
          <p:spPr>
            <a:xfrm>
              <a:off x="381000" y="2647950"/>
              <a:ext cx="4953000" cy="704850"/>
            </a:xfrm>
            <a:prstGeom prst="roundRect">
              <a:avLst>
                <a:gd name="adj" fmla="val 16216"/>
              </a:avLst>
            </a:prstGeom>
            <a:solidFill>
              <a:schemeClr val="lt1"/>
            </a:solidFill>
            <a:ln w="9525">
              <a:solidFill>
                <a:srgbClr val="E2E8F0"/>
              </a:solidFill>
            </a:ln>
          </p:spPr>
        </p:sp>
        <p:sp>
          <p:nvSpPr>
            <p:cNvPr id="22" name="TextBox 22"/>
            <p:cNvSpPr txBox="1"/>
            <p:nvPr/>
          </p:nvSpPr>
          <p:spPr>
            <a:xfrm>
              <a:off x="676656" y="2891790"/>
              <a:ext cx="1435837" cy="352044"/>
            </a:xfrm>
            <a:prstGeom prst="rect">
              <a:avLst/>
            </a:prstGeom>
            <a:noFill/>
            <a:ln>
              <a:noFill/>
            </a:ln>
          </p:spPr>
          <p:txBody>
            <a:bodyPr wrap="none" lIns="0" tIns="0" rIns="0" bIns="0" anchor="t" anchorCtr="0">
              <a:spAutoFit/>
            </a:bodyPr>
            <a:lstStyle/>
            <a:p>
              <a:pPr algn="l"/>
              <a:r>
                <a:rPr lang="zh-CN" sz="1800" dirty="0">
                  <a:solidFill>
                    <a:srgbClr val="5B6B7C"/>
                  </a:solidFill>
                  <a:latin typeface="+mn-lt"/>
                  <a:ea typeface="+mn-ea"/>
                  <a:cs typeface="+mn-cs"/>
                </a:rPr>
                <a:t>コピペを間違えそう</a:t>
              </a:r>
            </a:p>
          </p:txBody>
        </p:sp>
        <p:sp>
          <p:nvSpPr>
            <p:cNvPr id="23" name="Rectangle 23"/>
            <p:cNvSpPr/>
            <p:nvPr/>
          </p:nvSpPr>
          <p:spPr>
            <a:xfrm>
              <a:off x="5562600" y="2647950"/>
              <a:ext cx="6248400" cy="704850"/>
            </a:xfrm>
            <a:prstGeom prst="roundRect">
              <a:avLst>
                <a:gd name="adj" fmla="val 16216"/>
              </a:avLst>
            </a:prstGeom>
            <a:solidFill>
              <a:schemeClr val="accent6"/>
            </a:solidFill>
            <a:ln>
              <a:noFill/>
            </a:ln>
          </p:spPr>
        </p:sp>
        <p:sp>
          <p:nvSpPr>
            <p:cNvPr id="24" name="Freeform 24"/>
            <p:cNvSpPr/>
            <p:nvPr/>
          </p:nvSpPr>
          <p:spPr>
            <a:xfrm>
              <a:off x="5870573" y="2897187"/>
              <a:ext cx="165104" cy="206374"/>
            </a:xfrm>
            <a:custGeom>
              <a:avLst/>
              <a:gdLst/>
              <a:ahLst/>
              <a:cxnLst/>
              <a:rect l="l" t="t" r="r" b="b"/>
              <a:pathLst>
                <a:path w="165104" h="206374">
                  <a:moveTo>
                    <a:pt x="144433" y="22392"/>
                  </a:moveTo>
                  <a:cubicBezTo>
                    <a:pt x="156820" y="26756"/>
                    <a:pt x="165104" y="38461"/>
                    <a:pt x="165102" y="51594"/>
                  </a:cubicBezTo>
                  <a:lnTo>
                    <a:pt x="165102" y="175418"/>
                  </a:lnTo>
                  <a:cubicBezTo>
                    <a:pt x="165102" y="192515"/>
                    <a:pt x="151242" y="206374"/>
                    <a:pt x="134146" y="206374"/>
                  </a:cubicBezTo>
                  <a:lnTo>
                    <a:pt x="30958" y="206374"/>
                  </a:lnTo>
                  <a:cubicBezTo>
                    <a:pt x="13862" y="206374"/>
                    <a:pt x="2" y="192515"/>
                    <a:pt x="2" y="175418"/>
                  </a:cubicBezTo>
                  <a:lnTo>
                    <a:pt x="2" y="51594"/>
                  </a:lnTo>
                  <a:cubicBezTo>
                    <a:pt x="0" y="38461"/>
                    <a:pt x="8284" y="26756"/>
                    <a:pt x="20671" y="22392"/>
                  </a:cubicBezTo>
                  <a:cubicBezTo>
                    <a:pt x="21611" y="44487"/>
                    <a:pt x="39799" y="61916"/>
                    <a:pt x="61915" y="61912"/>
                  </a:cubicBezTo>
                  <a:lnTo>
                    <a:pt x="103189" y="61912"/>
                  </a:lnTo>
                  <a:cubicBezTo>
                    <a:pt x="124376" y="61914"/>
                    <a:pt x="142123" y="45875"/>
                    <a:pt x="144258" y="24796"/>
                  </a:cubicBezTo>
                  <a:close/>
                  <a:moveTo>
                    <a:pt x="106213" y="95892"/>
                  </a:moveTo>
                  <a:lnTo>
                    <a:pt x="72233" y="129861"/>
                  </a:lnTo>
                  <a:lnTo>
                    <a:pt x="58891" y="116529"/>
                  </a:lnTo>
                  <a:cubicBezTo>
                    <a:pt x="56300" y="113847"/>
                    <a:pt x="52464" y="112771"/>
                    <a:pt x="48856" y="113715"/>
                  </a:cubicBezTo>
                  <a:cubicBezTo>
                    <a:pt x="45248" y="114660"/>
                    <a:pt x="42431" y="117477"/>
                    <a:pt x="41487" y="121085"/>
                  </a:cubicBezTo>
                  <a:cubicBezTo>
                    <a:pt x="40542" y="124693"/>
                    <a:pt x="41618" y="128529"/>
                    <a:pt x="44301" y="131120"/>
                  </a:cubicBezTo>
                  <a:lnTo>
                    <a:pt x="64938" y="151757"/>
                  </a:lnTo>
                  <a:cubicBezTo>
                    <a:pt x="68967" y="155786"/>
                    <a:pt x="75499" y="155786"/>
                    <a:pt x="79529" y="151757"/>
                  </a:cubicBezTo>
                  <a:lnTo>
                    <a:pt x="120803" y="110483"/>
                  </a:lnTo>
                  <a:cubicBezTo>
                    <a:pt x="124714" y="106434"/>
                    <a:pt x="124658" y="99998"/>
                    <a:pt x="120678" y="96018"/>
                  </a:cubicBezTo>
                  <a:cubicBezTo>
                    <a:pt x="116698" y="92037"/>
                    <a:pt x="110262" y="91981"/>
                    <a:pt x="106213" y="95892"/>
                  </a:cubicBezTo>
                  <a:moveTo>
                    <a:pt x="103189" y="0"/>
                  </a:moveTo>
                  <a:cubicBezTo>
                    <a:pt x="114587" y="0"/>
                    <a:pt x="123827" y="9240"/>
                    <a:pt x="123827" y="20637"/>
                  </a:cubicBezTo>
                  <a:cubicBezTo>
                    <a:pt x="123827" y="32035"/>
                    <a:pt x="114587" y="41275"/>
                    <a:pt x="103189" y="41275"/>
                  </a:cubicBezTo>
                  <a:lnTo>
                    <a:pt x="61915" y="41275"/>
                  </a:lnTo>
                  <a:cubicBezTo>
                    <a:pt x="50517" y="41275"/>
                    <a:pt x="41277" y="32035"/>
                    <a:pt x="41277" y="20637"/>
                  </a:cubicBezTo>
                  <a:cubicBezTo>
                    <a:pt x="41277" y="9240"/>
                    <a:pt x="50517" y="0"/>
                    <a:pt x="61915" y="0"/>
                  </a:cubicBezTo>
                  <a:close/>
                </a:path>
              </a:pathLst>
            </a:custGeom>
            <a:solidFill>
              <a:schemeClr val="accent1"/>
            </a:solidFill>
            <a:ln>
              <a:noFill/>
            </a:ln>
          </p:spPr>
        </p:sp>
        <p:sp>
          <p:nvSpPr>
            <p:cNvPr id="25" name="TextBox 25"/>
            <p:cNvSpPr txBox="1"/>
            <p:nvPr/>
          </p:nvSpPr>
          <p:spPr>
            <a:xfrm>
              <a:off x="6201156" y="2891790"/>
              <a:ext cx="3943807"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貼り付けは 1 回だけ。仕分けて写す作業はない</a:t>
              </a:r>
            </a:p>
          </p:txBody>
        </p:sp>
      </p:grpSp>
      <p:grpSp>
        <p:nvGrpSpPr>
          <p:cNvPr id="32" name="Group 32"/>
          <p:cNvGrpSpPr/>
          <p:nvPr/>
        </p:nvGrpSpPr>
        <p:grpSpPr>
          <a:xfrm>
            <a:off x="381000" y="3448050"/>
            <a:ext cx="11430000" cy="704850"/>
            <a:chOff x="381000" y="3448050"/>
            <a:chExt cx="11430000" cy="704850"/>
          </a:xfrm>
        </p:grpSpPr>
        <p:sp>
          <p:nvSpPr>
            <p:cNvPr id="27" name="Rectangle 27"/>
            <p:cNvSpPr/>
            <p:nvPr/>
          </p:nvSpPr>
          <p:spPr>
            <a:xfrm>
              <a:off x="381000" y="3448050"/>
              <a:ext cx="4953000" cy="704850"/>
            </a:xfrm>
            <a:prstGeom prst="roundRect">
              <a:avLst>
                <a:gd name="adj" fmla="val 16216"/>
              </a:avLst>
            </a:prstGeom>
            <a:solidFill>
              <a:schemeClr val="lt1"/>
            </a:solidFill>
            <a:ln w="9525">
              <a:solidFill>
                <a:srgbClr val="E2E8F0"/>
              </a:solidFill>
            </a:ln>
          </p:spPr>
        </p:sp>
        <p:sp>
          <p:nvSpPr>
            <p:cNvPr id="28" name="TextBox 28"/>
            <p:cNvSpPr txBox="1"/>
            <p:nvPr/>
          </p:nvSpPr>
          <p:spPr>
            <a:xfrm>
              <a:off x="676656" y="3691890"/>
              <a:ext cx="2562606" cy="352044"/>
            </a:xfrm>
            <a:prstGeom prst="rect">
              <a:avLst/>
            </a:prstGeom>
            <a:noFill/>
            <a:ln>
              <a:noFill/>
            </a:ln>
          </p:spPr>
          <p:txBody>
            <a:bodyPr wrap="none" lIns="0" tIns="0" rIns="0" bIns="0" anchor="t" anchorCtr="0">
              <a:spAutoFit/>
            </a:bodyPr>
            <a:lstStyle/>
            <a:p>
              <a:pPr algn="l"/>
              <a:r>
                <a:rPr lang="zh-CN" sz="1800" dirty="0">
                  <a:solidFill>
                    <a:srgbClr val="5B6B7C"/>
                  </a:solidFill>
                  <a:latin typeface="+mn-lt"/>
                  <a:ea typeface="+mn-ea"/>
                  <a:cs typeface="+mn-cs"/>
                </a:rPr>
                <a:t>直った内容が正しいか分からない</a:t>
              </a:r>
            </a:p>
          </p:txBody>
        </p:sp>
        <p:sp>
          <p:nvSpPr>
            <p:cNvPr id="29" name="Rectangle 29"/>
            <p:cNvSpPr/>
            <p:nvPr/>
          </p:nvSpPr>
          <p:spPr>
            <a:xfrm>
              <a:off x="5562600" y="3448050"/>
              <a:ext cx="6248400" cy="704850"/>
            </a:xfrm>
            <a:prstGeom prst="roundRect">
              <a:avLst>
                <a:gd name="adj" fmla="val 16216"/>
              </a:avLst>
            </a:prstGeom>
            <a:solidFill>
              <a:schemeClr val="accent6"/>
            </a:solidFill>
            <a:ln>
              <a:noFill/>
            </a:ln>
          </p:spPr>
        </p:sp>
        <p:sp>
          <p:nvSpPr>
            <p:cNvPr id="30" name="Freeform 30"/>
            <p:cNvSpPr/>
            <p:nvPr/>
          </p:nvSpPr>
          <p:spPr>
            <a:xfrm>
              <a:off x="5839169" y="3717925"/>
              <a:ext cx="227451" cy="165099"/>
            </a:xfrm>
            <a:custGeom>
              <a:avLst/>
              <a:gdLst/>
              <a:ahLst/>
              <a:cxnLst/>
              <a:rect l="l" t="t" r="r" b="b"/>
              <a:pathLst>
                <a:path w="227451" h="165099">
                  <a:moveTo>
                    <a:pt x="113955" y="0"/>
                  </a:moveTo>
                  <a:cubicBezTo>
                    <a:pt x="158223" y="0"/>
                    <a:pt x="195092" y="25064"/>
                    <a:pt x="224005" y="73820"/>
                  </a:cubicBezTo>
                  <a:lnTo>
                    <a:pt x="226275" y="77731"/>
                  </a:lnTo>
                  <a:lnTo>
                    <a:pt x="226739" y="78763"/>
                  </a:lnTo>
                  <a:lnTo>
                    <a:pt x="227049" y="79619"/>
                  </a:lnTo>
                  <a:lnTo>
                    <a:pt x="227193" y="80187"/>
                  </a:lnTo>
                  <a:lnTo>
                    <a:pt x="227338" y="81033"/>
                  </a:lnTo>
                  <a:lnTo>
                    <a:pt x="227451" y="82065"/>
                  </a:lnTo>
                  <a:lnTo>
                    <a:pt x="227451" y="83200"/>
                  </a:lnTo>
                  <a:lnTo>
                    <a:pt x="227307" y="84345"/>
                  </a:lnTo>
                  <a:cubicBezTo>
                    <a:pt x="227239" y="84728"/>
                    <a:pt x="227149" y="85107"/>
                    <a:pt x="227038" y="85480"/>
                  </a:cubicBezTo>
                  <a:lnTo>
                    <a:pt x="226636" y="86595"/>
                  </a:lnTo>
                  <a:lnTo>
                    <a:pt x="226264" y="87369"/>
                  </a:lnTo>
                  <a:lnTo>
                    <a:pt x="226099" y="87678"/>
                  </a:lnTo>
                  <a:cubicBezTo>
                    <a:pt x="197578" y="137579"/>
                    <a:pt x="161091" y="163830"/>
                    <a:pt x="117185" y="165058"/>
                  </a:cubicBezTo>
                  <a:lnTo>
                    <a:pt x="113955" y="165099"/>
                  </a:lnTo>
                  <a:cubicBezTo>
                    <a:pt x="68594" y="165099"/>
                    <a:pt x="31024" y="138797"/>
                    <a:pt x="1812" y="87668"/>
                  </a:cubicBezTo>
                  <a:cubicBezTo>
                    <a:pt x="0" y="84496"/>
                    <a:pt x="0" y="80603"/>
                    <a:pt x="1812" y="77432"/>
                  </a:cubicBezTo>
                  <a:cubicBezTo>
                    <a:pt x="31024" y="26302"/>
                    <a:pt x="68594" y="0"/>
                    <a:pt x="113955" y="0"/>
                  </a:cubicBezTo>
                  <a:close/>
                  <a:moveTo>
                    <a:pt x="113955" y="51594"/>
                  </a:moveTo>
                  <a:cubicBezTo>
                    <a:pt x="96859" y="51594"/>
                    <a:pt x="82999" y="65453"/>
                    <a:pt x="82999" y="82550"/>
                  </a:cubicBezTo>
                  <a:cubicBezTo>
                    <a:pt x="82999" y="99646"/>
                    <a:pt x="96859" y="113506"/>
                    <a:pt x="113955" y="113506"/>
                  </a:cubicBezTo>
                  <a:cubicBezTo>
                    <a:pt x="131052" y="113506"/>
                    <a:pt x="144912" y="99646"/>
                    <a:pt x="144912" y="82550"/>
                  </a:cubicBezTo>
                  <a:cubicBezTo>
                    <a:pt x="144912" y="65453"/>
                    <a:pt x="131052" y="51594"/>
                    <a:pt x="113955" y="51594"/>
                  </a:cubicBezTo>
                </a:path>
              </a:pathLst>
            </a:custGeom>
            <a:solidFill>
              <a:schemeClr val="accent1"/>
            </a:solidFill>
            <a:ln>
              <a:noFill/>
            </a:ln>
          </p:spPr>
        </p:sp>
        <p:sp>
          <p:nvSpPr>
            <p:cNvPr id="31" name="TextBox 31"/>
            <p:cNvSpPr txBox="1"/>
            <p:nvPr/>
          </p:nvSpPr>
          <p:spPr>
            <a:xfrm>
              <a:off x="6201156" y="3691890"/>
              <a:ext cx="3980155"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変わった場所を見てから、作るかどうかを決められる</a:t>
              </a:r>
            </a:p>
          </p:txBody>
        </p:sp>
      </p:grpSp>
      <p:grpSp>
        <p:nvGrpSpPr>
          <p:cNvPr id="38" name="Group 38"/>
          <p:cNvGrpSpPr/>
          <p:nvPr/>
        </p:nvGrpSpPr>
        <p:grpSpPr>
          <a:xfrm>
            <a:off x="381000" y="4248150"/>
            <a:ext cx="11430000" cy="704850"/>
            <a:chOff x="381000" y="4248150"/>
            <a:chExt cx="11430000" cy="704850"/>
          </a:xfrm>
        </p:grpSpPr>
        <p:sp>
          <p:nvSpPr>
            <p:cNvPr id="33" name="Rectangle 33"/>
            <p:cNvSpPr/>
            <p:nvPr/>
          </p:nvSpPr>
          <p:spPr>
            <a:xfrm>
              <a:off x="381000" y="4248150"/>
              <a:ext cx="4953000" cy="704850"/>
            </a:xfrm>
            <a:prstGeom prst="roundRect">
              <a:avLst>
                <a:gd name="adj" fmla="val 16216"/>
              </a:avLst>
            </a:prstGeom>
            <a:solidFill>
              <a:schemeClr val="lt1"/>
            </a:solidFill>
            <a:ln w="9525">
              <a:solidFill>
                <a:srgbClr val="E2E8F0"/>
              </a:solidFill>
            </a:ln>
          </p:spPr>
        </p:sp>
        <p:sp>
          <p:nvSpPr>
            <p:cNvPr id="34" name="TextBox 34"/>
            <p:cNvSpPr txBox="1"/>
            <p:nvPr/>
          </p:nvSpPr>
          <p:spPr>
            <a:xfrm>
              <a:off x="676656" y="4491990"/>
              <a:ext cx="1569110" cy="352044"/>
            </a:xfrm>
            <a:prstGeom prst="rect">
              <a:avLst/>
            </a:prstGeom>
            <a:noFill/>
            <a:ln>
              <a:noFill/>
            </a:ln>
          </p:spPr>
          <p:txBody>
            <a:bodyPr wrap="none" lIns="0" tIns="0" rIns="0" bIns="0" anchor="t" anchorCtr="0">
              <a:spAutoFit/>
            </a:bodyPr>
            <a:lstStyle/>
            <a:p>
              <a:pPr algn="l"/>
              <a:r>
                <a:rPr lang="zh-CN" sz="1800" dirty="0">
                  <a:solidFill>
                    <a:srgbClr val="5B6B7C"/>
                  </a:solidFill>
                  <a:latin typeface="+mn-lt"/>
                  <a:ea typeface="+mn-ea"/>
                  <a:cs typeface="+mn-cs"/>
                </a:rPr>
                <a:t>元のブックを壊しそう</a:t>
              </a:r>
            </a:p>
          </p:txBody>
        </p:sp>
        <p:sp>
          <p:nvSpPr>
            <p:cNvPr id="35" name="Rectangle 35"/>
            <p:cNvSpPr/>
            <p:nvPr/>
          </p:nvSpPr>
          <p:spPr>
            <a:xfrm>
              <a:off x="5562600" y="4248150"/>
              <a:ext cx="6248400" cy="704850"/>
            </a:xfrm>
            <a:prstGeom prst="roundRect">
              <a:avLst>
                <a:gd name="adj" fmla="val 16216"/>
              </a:avLst>
            </a:prstGeom>
            <a:solidFill>
              <a:schemeClr val="lt1"/>
            </a:solidFill>
            <a:ln w="19050">
              <a:solidFill>
                <a:srgbClr val="2E7D5B"/>
              </a:solidFill>
            </a:ln>
          </p:spPr>
        </p:sp>
        <p:sp>
          <p:nvSpPr>
            <p:cNvPr id="36" name="Freeform 36"/>
            <p:cNvSpPr/>
            <p:nvPr/>
          </p:nvSpPr>
          <p:spPr>
            <a:xfrm>
              <a:off x="5845265" y="4497387"/>
              <a:ext cx="215709" cy="206485"/>
            </a:xfrm>
            <a:custGeom>
              <a:avLst/>
              <a:gdLst/>
              <a:ahLst/>
              <a:cxnLst/>
              <a:rect l="l" t="t" r="r" b="b"/>
              <a:pathLst>
                <a:path w="215709" h="206485">
                  <a:moveTo>
                    <a:pt x="107839" y="0"/>
                  </a:moveTo>
                  <a:lnTo>
                    <a:pt x="109056" y="72"/>
                  </a:lnTo>
                  <a:lnTo>
                    <a:pt x="109665" y="155"/>
                  </a:lnTo>
                  <a:lnTo>
                    <a:pt x="110295" y="289"/>
                  </a:lnTo>
                  <a:lnTo>
                    <a:pt x="111440" y="640"/>
                  </a:lnTo>
                  <a:cubicBezTo>
                    <a:pt x="112231" y="931"/>
                    <a:pt x="112983" y="1320"/>
                    <a:pt x="113679" y="1795"/>
                  </a:cubicBezTo>
                  <a:lnTo>
                    <a:pt x="114752" y="2642"/>
                  </a:lnTo>
                  <a:lnTo>
                    <a:pt x="117384" y="4891"/>
                  </a:lnTo>
                  <a:cubicBezTo>
                    <a:pt x="138200" y="22181"/>
                    <a:pt x="164508" y="31465"/>
                    <a:pt x="191565" y="31070"/>
                  </a:cubicBezTo>
                  <a:lnTo>
                    <a:pt x="195094" y="30966"/>
                  </a:lnTo>
                  <a:cubicBezTo>
                    <a:pt x="199842" y="30750"/>
                    <a:pt x="204124" y="33805"/>
                    <a:pt x="205464" y="38365"/>
                  </a:cubicBezTo>
                  <a:cubicBezTo>
                    <a:pt x="215709" y="73214"/>
                    <a:pt x="211383" y="110728"/>
                    <a:pt x="193475" y="142331"/>
                  </a:cubicBezTo>
                  <a:cubicBezTo>
                    <a:pt x="175568" y="173934"/>
                    <a:pt x="145610" y="196923"/>
                    <a:pt x="110449" y="206044"/>
                  </a:cubicBezTo>
                  <a:cubicBezTo>
                    <a:pt x="108751" y="206485"/>
                    <a:pt x="106968" y="206485"/>
                    <a:pt x="105269" y="206044"/>
                  </a:cubicBezTo>
                  <a:cubicBezTo>
                    <a:pt x="70107" y="196926"/>
                    <a:pt x="40147" y="173937"/>
                    <a:pt x="22237" y="142334"/>
                  </a:cubicBezTo>
                  <a:cubicBezTo>
                    <a:pt x="4327" y="110731"/>
                    <a:pt x="0" y="73216"/>
                    <a:pt x="10244" y="38365"/>
                  </a:cubicBezTo>
                  <a:cubicBezTo>
                    <a:pt x="11585" y="33805"/>
                    <a:pt x="15866" y="30750"/>
                    <a:pt x="20615" y="30966"/>
                  </a:cubicBezTo>
                  <a:cubicBezTo>
                    <a:pt x="48862" y="32258"/>
                    <a:pt x="76574" y="22959"/>
                    <a:pt x="98325" y="4891"/>
                  </a:cubicBezTo>
                  <a:lnTo>
                    <a:pt x="101039" y="2569"/>
                  </a:lnTo>
                  <a:lnTo>
                    <a:pt x="102029" y="1795"/>
                  </a:lnTo>
                  <a:cubicBezTo>
                    <a:pt x="102725" y="1320"/>
                    <a:pt x="103477" y="931"/>
                    <a:pt x="104269" y="640"/>
                  </a:cubicBezTo>
                  <a:lnTo>
                    <a:pt x="105424" y="289"/>
                  </a:lnTo>
                  <a:cubicBezTo>
                    <a:pt x="105829" y="191"/>
                    <a:pt x="106239" y="119"/>
                    <a:pt x="106652" y="72"/>
                  </a:cubicBezTo>
                  <a:lnTo>
                    <a:pt x="107839" y="0"/>
                  </a:lnTo>
                  <a:close/>
                  <a:moveTo>
                    <a:pt x="146121" y="75254"/>
                  </a:moveTo>
                  <a:cubicBezTo>
                    <a:pt x="144186" y="73317"/>
                    <a:pt x="141559" y="72228"/>
                    <a:pt x="138821" y="72228"/>
                  </a:cubicBezTo>
                  <a:cubicBezTo>
                    <a:pt x="136082" y="72228"/>
                    <a:pt x="133456" y="73317"/>
                    <a:pt x="131520" y="75254"/>
                  </a:cubicBezTo>
                  <a:lnTo>
                    <a:pt x="97541" y="109224"/>
                  </a:lnTo>
                  <a:lnTo>
                    <a:pt x="84199" y="95892"/>
                  </a:lnTo>
                  <a:lnTo>
                    <a:pt x="83229" y="95035"/>
                  </a:lnTo>
                  <a:cubicBezTo>
                    <a:pt x="78924" y="91707"/>
                    <a:pt x="72776" y="92293"/>
                    <a:pt x="69177" y="96374"/>
                  </a:cubicBezTo>
                  <a:cubicBezTo>
                    <a:pt x="65579" y="100455"/>
                    <a:pt x="65767" y="106629"/>
                    <a:pt x="69608" y="110483"/>
                  </a:cubicBezTo>
                  <a:lnTo>
                    <a:pt x="90245" y="131120"/>
                  </a:lnTo>
                  <a:lnTo>
                    <a:pt x="91215" y="131976"/>
                  </a:lnTo>
                  <a:cubicBezTo>
                    <a:pt x="95323" y="135163"/>
                    <a:pt x="101160" y="134796"/>
                    <a:pt x="104836" y="131120"/>
                  </a:cubicBezTo>
                  <a:lnTo>
                    <a:pt x="146111" y="89845"/>
                  </a:lnTo>
                  <a:lnTo>
                    <a:pt x="146967" y="88875"/>
                  </a:lnTo>
                  <a:cubicBezTo>
                    <a:pt x="150154" y="84767"/>
                    <a:pt x="149787" y="78931"/>
                    <a:pt x="146111" y="75254"/>
                  </a:cubicBezTo>
                  <a:close/>
                </a:path>
              </a:pathLst>
            </a:custGeom>
            <a:solidFill>
              <a:srgbClr val="2E7D5B"/>
            </a:solidFill>
            <a:ln>
              <a:noFill/>
            </a:ln>
          </p:spPr>
        </p:sp>
        <p:sp>
          <p:nvSpPr>
            <p:cNvPr id="37" name="TextBox 37"/>
            <p:cNvSpPr txBox="1"/>
            <p:nvPr/>
          </p:nvSpPr>
          <p:spPr>
            <a:xfrm>
              <a:off x="6201156" y="4491990"/>
              <a:ext cx="3783879" cy="352044"/>
            </a:xfrm>
            <a:prstGeom prst="rect">
              <a:avLst/>
            </a:prstGeom>
            <a:noFill/>
            <a:ln>
              <a:noFill/>
            </a:ln>
          </p:spPr>
          <p:txBody>
            <a:bodyPr wrap="none" lIns="0" tIns="0" rIns="0" bIns="0" anchor="t" anchorCtr="0">
              <a:spAutoFit/>
            </a:bodyPr>
            <a:lstStyle/>
            <a:p>
              <a:pPr algn="l"/>
              <a:r>
                <a:rPr lang="zh-CN" sz="1800" b="1" dirty="0">
                  <a:solidFill>
                    <a:schemeClr val="dk1"/>
                  </a:solidFill>
                  <a:latin typeface="+mn-lt"/>
                  <a:ea typeface="+mn-ea"/>
                  <a:cs typeface="+mn-cs"/>
                </a:rPr>
                <a:t>元のファイルには触れない。何度でもやり直せる</a:t>
              </a:r>
            </a:p>
          </p:txBody>
        </p:sp>
      </p:grpSp>
      <p:grpSp>
        <p:nvGrpSpPr>
          <p:cNvPr id="44" name="Group 44"/>
          <p:cNvGrpSpPr/>
          <p:nvPr/>
        </p:nvGrpSpPr>
        <p:grpSpPr>
          <a:xfrm>
            <a:off x="381000" y="5048250"/>
            <a:ext cx="11430000" cy="704850"/>
            <a:chOff x="381000" y="5048250"/>
            <a:chExt cx="11430000" cy="704850"/>
          </a:xfrm>
        </p:grpSpPr>
        <p:sp>
          <p:nvSpPr>
            <p:cNvPr id="39" name="Rectangle 39"/>
            <p:cNvSpPr/>
            <p:nvPr/>
          </p:nvSpPr>
          <p:spPr>
            <a:xfrm>
              <a:off x="381000" y="5048250"/>
              <a:ext cx="4953000" cy="704850"/>
            </a:xfrm>
            <a:prstGeom prst="roundRect">
              <a:avLst>
                <a:gd name="adj" fmla="val 16216"/>
              </a:avLst>
            </a:prstGeom>
            <a:solidFill>
              <a:schemeClr val="lt1"/>
            </a:solidFill>
            <a:ln w="9525">
              <a:solidFill>
                <a:srgbClr val="E2E8F0"/>
              </a:solidFill>
            </a:ln>
          </p:spPr>
        </p:sp>
        <p:sp>
          <p:nvSpPr>
            <p:cNvPr id="40" name="TextBox 40"/>
            <p:cNvSpPr txBox="1"/>
            <p:nvPr/>
          </p:nvSpPr>
          <p:spPr>
            <a:xfrm>
              <a:off x="676656" y="5292090"/>
              <a:ext cx="1787195" cy="352044"/>
            </a:xfrm>
            <a:prstGeom prst="rect">
              <a:avLst/>
            </a:prstGeom>
            <a:noFill/>
            <a:ln>
              <a:noFill/>
            </a:ln>
          </p:spPr>
          <p:txBody>
            <a:bodyPr wrap="none" lIns="0" tIns="0" rIns="0" bIns="0" anchor="t" anchorCtr="0">
              <a:spAutoFit/>
            </a:bodyPr>
            <a:lstStyle/>
            <a:p>
              <a:pPr algn="l"/>
              <a:r>
                <a:rPr lang="zh-CN" sz="1800" dirty="0">
                  <a:solidFill>
                    <a:srgbClr val="5B6B7C"/>
                  </a:solidFill>
                  <a:latin typeface="+mn-lt"/>
                  <a:ea typeface="+mn-ea"/>
                  <a:cs typeface="+mn-cs"/>
                </a:rPr>
                <a:t>後で誰も説明できない</a:t>
              </a:r>
            </a:p>
          </p:txBody>
        </p:sp>
        <p:sp>
          <p:nvSpPr>
            <p:cNvPr id="41" name="Rectangle 41"/>
            <p:cNvSpPr/>
            <p:nvPr/>
          </p:nvSpPr>
          <p:spPr>
            <a:xfrm>
              <a:off x="5562600" y="5048250"/>
              <a:ext cx="6248400" cy="704850"/>
            </a:xfrm>
            <a:prstGeom prst="roundRect">
              <a:avLst>
                <a:gd name="adj" fmla="val 16216"/>
              </a:avLst>
            </a:prstGeom>
            <a:solidFill>
              <a:schemeClr val="accent6"/>
            </a:solidFill>
            <a:ln>
              <a:noFill/>
            </a:ln>
          </p:spPr>
        </p:sp>
        <p:sp>
          <p:nvSpPr>
            <p:cNvPr id="42" name="Freeform 42"/>
            <p:cNvSpPr/>
            <p:nvPr/>
          </p:nvSpPr>
          <p:spPr>
            <a:xfrm>
              <a:off x="5849937" y="5307806"/>
              <a:ext cx="216899" cy="175418"/>
            </a:xfrm>
            <a:custGeom>
              <a:avLst/>
              <a:gdLst/>
              <a:ahLst/>
              <a:cxnLst/>
              <a:rect l="l" t="t" r="r" b="b"/>
              <a:pathLst>
                <a:path w="216899" h="175418">
                  <a:moveTo>
                    <a:pt x="0" y="30956"/>
                  </a:moveTo>
                  <a:cubicBezTo>
                    <a:pt x="0" y="22742"/>
                    <a:pt x="3261" y="14880"/>
                    <a:pt x="9070" y="9070"/>
                  </a:cubicBezTo>
                  <a:cubicBezTo>
                    <a:pt x="14880" y="3261"/>
                    <a:pt x="22742" y="0"/>
                    <a:pt x="30956" y="0"/>
                  </a:cubicBezTo>
                  <a:lnTo>
                    <a:pt x="72231" y="0"/>
                  </a:lnTo>
                  <a:lnTo>
                    <a:pt x="73253" y="52"/>
                  </a:lnTo>
                  <a:cubicBezTo>
                    <a:pt x="75616" y="289"/>
                    <a:pt x="77834" y="1331"/>
                    <a:pt x="79526" y="3023"/>
                  </a:cubicBezTo>
                  <a:lnTo>
                    <a:pt x="107459" y="30956"/>
                  </a:lnTo>
                  <a:lnTo>
                    <a:pt x="175418" y="30956"/>
                  </a:lnTo>
                  <a:cubicBezTo>
                    <a:pt x="183632" y="30956"/>
                    <a:pt x="191495" y="34217"/>
                    <a:pt x="197304" y="40026"/>
                  </a:cubicBezTo>
                  <a:cubicBezTo>
                    <a:pt x="200596" y="43318"/>
                    <a:pt x="203072" y="47280"/>
                    <a:pt x="204600" y="51594"/>
                  </a:cubicBezTo>
                  <a:lnTo>
                    <a:pt x="54741" y="51594"/>
                  </a:lnTo>
                  <a:cubicBezTo>
                    <a:pt x="50541" y="51594"/>
                    <a:pt x="46434" y="52883"/>
                    <a:pt x="42977" y="55267"/>
                  </a:cubicBezTo>
                  <a:cubicBezTo>
                    <a:pt x="39964" y="57362"/>
                    <a:pt x="37560" y="60220"/>
                    <a:pt x="36023" y="63532"/>
                  </a:cubicBezTo>
                  <a:lnTo>
                    <a:pt x="35424" y="64987"/>
                  </a:lnTo>
                  <a:lnTo>
                    <a:pt x="21195" y="102919"/>
                  </a:lnTo>
                  <a:cubicBezTo>
                    <a:pt x="19193" y="108254"/>
                    <a:pt x="21896" y="114197"/>
                    <a:pt x="27231" y="116199"/>
                  </a:cubicBezTo>
                  <a:cubicBezTo>
                    <a:pt x="32566" y="118201"/>
                    <a:pt x="38520" y="115497"/>
                    <a:pt x="40522" y="110163"/>
                  </a:cubicBezTo>
                  <a:lnTo>
                    <a:pt x="52223" y="78928"/>
                  </a:lnTo>
                  <a:cubicBezTo>
                    <a:pt x="53730" y="74904"/>
                    <a:pt x="57578" y="72231"/>
                    <a:pt x="61892" y="72231"/>
                  </a:cubicBezTo>
                  <a:lnTo>
                    <a:pt x="196056" y="72231"/>
                  </a:lnTo>
                  <a:lnTo>
                    <a:pt x="198295" y="72355"/>
                  </a:lnTo>
                  <a:cubicBezTo>
                    <a:pt x="200524" y="72603"/>
                    <a:pt x="202691" y="73201"/>
                    <a:pt x="204734" y="74140"/>
                  </a:cubicBezTo>
                  <a:cubicBezTo>
                    <a:pt x="205291" y="74398"/>
                    <a:pt x="205838" y="74687"/>
                    <a:pt x="206374" y="74996"/>
                  </a:cubicBezTo>
                  <a:cubicBezTo>
                    <a:pt x="208428" y="76183"/>
                    <a:pt x="210265" y="77710"/>
                    <a:pt x="211792" y="79526"/>
                  </a:cubicBezTo>
                  <a:cubicBezTo>
                    <a:pt x="213732" y="81817"/>
                    <a:pt x="215145" y="84500"/>
                    <a:pt x="215950" y="87389"/>
                  </a:cubicBezTo>
                  <a:cubicBezTo>
                    <a:pt x="216745" y="90278"/>
                    <a:pt x="216899" y="93302"/>
                    <a:pt x="216414" y="96253"/>
                  </a:cubicBezTo>
                  <a:cubicBezTo>
                    <a:pt x="216404" y="96336"/>
                    <a:pt x="216384" y="96418"/>
                    <a:pt x="216363" y="96501"/>
                  </a:cubicBezTo>
                  <a:lnTo>
                    <a:pt x="206096" y="150261"/>
                  </a:lnTo>
                  <a:cubicBezTo>
                    <a:pt x="204744" y="157340"/>
                    <a:pt x="200967" y="163717"/>
                    <a:pt x="195406" y="168309"/>
                  </a:cubicBezTo>
                  <a:cubicBezTo>
                    <a:pt x="190556" y="172323"/>
                    <a:pt x="184612" y="174747"/>
                    <a:pt x="178380" y="175294"/>
                  </a:cubicBezTo>
                  <a:lnTo>
                    <a:pt x="175686" y="175418"/>
                  </a:lnTo>
                  <a:lnTo>
                    <a:pt x="30956" y="175418"/>
                  </a:lnTo>
                  <a:cubicBezTo>
                    <a:pt x="22742" y="175418"/>
                    <a:pt x="14880" y="172157"/>
                    <a:pt x="9070" y="166348"/>
                  </a:cubicBezTo>
                  <a:cubicBezTo>
                    <a:pt x="3261" y="160539"/>
                    <a:pt x="0" y="152676"/>
                    <a:pt x="0" y="144462"/>
                  </a:cubicBezTo>
                  <a:lnTo>
                    <a:pt x="0" y="30956"/>
                  </a:lnTo>
                  <a:close/>
                </a:path>
              </a:pathLst>
            </a:custGeom>
            <a:solidFill>
              <a:schemeClr val="accent1"/>
            </a:solidFill>
            <a:ln>
              <a:noFill/>
            </a:ln>
          </p:spPr>
        </p:sp>
        <p:sp>
          <p:nvSpPr>
            <p:cNvPr id="43" name="TextBox 43"/>
            <p:cNvSpPr txBox="1"/>
            <p:nvPr/>
          </p:nvSpPr>
          <p:spPr>
            <a:xfrm>
              <a:off x="6201156" y="5292090"/>
              <a:ext cx="3592449"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何を頼み、何が変わったのかが 1 か所に残る</a:t>
              </a:r>
            </a:p>
          </p:txBody>
        </p:sp>
      </p:grpSp>
      <p:grpSp>
        <p:nvGrpSpPr>
          <p:cNvPr id="56" name="Group 56"/>
          <p:cNvGrpSpPr/>
          <p:nvPr/>
        </p:nvGrpSpPr>
        <p:grpSpPr>
          <a:xfrm>
            <a:off x="381000" y="5848350"/>
            <a:ext cx="11430000" cy="704850"/>
            <a:chOff x="381000" y="5848350"/>
            <a:chExt cx="11430000" cy="704850"/>
          </a:xfrm>
        </p:grpSpPr>
        <p:sp>
          <p:nvSpPr>
            <p:cNvPr id="45" name="Rectangle 45"/>
            <p:cNvSpPr/>
            <p:nvPr/>
          </p:nvSpPr>
          <p:spPr>
            <a:xfrm>
              <a:off x="381000" y="5848350"/>
              <a:ext cx="4953000" cy="704850"/>
            </a:xfrm>
            <a:prstGeom prst="roundRect">
              <a:avLst>
                <a:gd name="adj" fmla="val 16216"/>
              </a:avLst>
            </a:prstGeom>
            <a:solidFill>
              <a:schemeClr val="lt1"/>
            </a:solidFill>
            <a:ln w="9525">
              <a:solidFill>
                <a:srgbClr val="E2E8F0"/>
              </a:solidFill>
            </a:ln>
          </p:spPr>
        </p:sp>
        <p:sp>
          <p:nvSpPr>
            <p:cNvPr id="46" name="TextBox 46"/>
            <p:cNvSpPr txBox="1"/>
            <p:nvPr/>
          </p:nvSpPr>
          <p:spPr>
            <a:xfrm>
              <a:off x="676656" y="6092190"/>
              <a:ext cx="1920469" cy="352044"/>
            </a:xfrm>
            <a:prstGeom prst="rect">
              <a:avLst/>
            </a:prstGeom>
            <a:noFill/>
            <a:ln>
              <a:noFill/>
            </a:ln>
          </p:spPr>
          <p:txBody>
            <a:bodyPr wrap="none" lIns="0" tIns="0" rIns="0" bIns="0" anchor="t" anchorCtr="0">
              <a:spAutoFit/>
            </a:bodyPr>
            <a:lstStyle/>
            <a:p>
              <a:pPr algn="l"/>
              <a:r>
                <a:rPr lang="zh-CN" sz="1800" dirty="0">
                  <a:solidFill>
                    <a:srgbClr val="5B6B7C"/>
                  </a:solidFill>
                  <a:latin typeface="+mn-lt"/>
                  <a:ea typeface="+mn-ea"/>
                  <a:cs typeface="+mn-cs"/>
                </a:rPr>
                <a:t>部門ごとにやり方が違う</a:t>
              </a:r>
            </a:p>
          </p:txBody>
        </p:sp>
        <p:sp>
          <p:nvSpPr>
            <p:cNvPr id="47" name="Rectangle 47"/>
            <p:cNvSpPr/>
            <p:nvPr/>
          </p:nvSpPr>
          <p:spPr>
            <a:xfrm>
              <a:off x="5562600" y="5848350"/>
              <a:ext cx="6248400" cy="704850"/>
            </a:xfrm>
            <a:prstGeom prst="roundRect">
              <a:avLst>
                <a:gd name="adj" fmla="val 16216"/>
              </a:avLst>
            </a:prstGeom>
            <a:solidFill>
              <a:schemeClr val="accent6"/>
            </a:solidFill>
            <a:ln>
              <a:noFill/>
            </a:ln>
          </p:spPr>
        </p:sp>
        <p:grpSp>
          <p:nvGrpSpPr>
            <p:cNvPr id="54" name="Group 54"/>
            <p:cNvGrpSpPr/>
            <p:nvPr/>
          </p:nvGrpSpPr>
          <p:grpSpPr>
            <a:xfrm>
              <a:off x="5854210" y="6112061"/>
              <a:ext cx="191783" cy="172268"/>
              <a:chOff x="5854210" y="6112061"/>
              <a:chExt cx="191783" cy="172268"/>
            </a:xfrm>
          </p:grpSpPr>
          <p:sp>
            <p:nvSpPr>
              <p:cNvPr id="48" name="Freeform 48"/>
              <p:cNvSpPr/>
              <p:nvPr/>
            </p:nvSpPr>
            <p:spPr>
              <a:xfrm>
                <a:off x="5854210" y="6112061"/>
                <a:ext cx="63804" cy="48444"/>
              </a:xfrm>
              <a:custGeom>
                <a:avLst/>
                <a:gdLst/>
                <a:ahLst/>
                <a:cxnLst/>
                <a:rect l="l" t="t" r="r" b="b"/>
                <a:pathLst>
                  <a:path w="63804" h="48444">
                    <a:moveTo>
                      <a:pt x="59776" y="4028"/>
                    </a:moveTo>
                    <a:cubicBezTo>
                      <a:pt x="63804" y="8058"/>
                      <a:pt x="63804" y="14589"/>
                      <a:pt x="59776" y="18619"/>
                    </a:cubicBezTo>
                    <a:lnTo>
                      <a:pt x="33979" y="44416"/>
                    </a:lnTo>
                    <a:cubicBezTo>
                      <a:pt x="29950" y="48444"/>
                      <a:pt x="23418" y="48444"/>
                      <a:pt x="19389" y="44416"/>
                    </a:cubicBezTo>
                    <a:lnTo>
                      <a:pt x="3911" y="28938"/>
                    </a:lnTo>
                    <a:cubicBezTo>
                      <a:pt x="0" y="24889"/>
                      <a:pt x="56" y="18453"/>
                      <a:pt x="4036" y="14473"/>
                    </a:cubicBezTo>
                    <a:cubicBezTo>
                      <a:pt x="8016" y="10492"/>
                      <a:pt x="14452" y="10436"/>
                      <a:pt x="18501" y="14347"/>
                    </a:cubicBezTo>
                    <a:lnTo>
                      <a:pt x="26684" y="22530"/>
                    </a:lnTo>
                    <a:lnTo>
                      <a:pt x="45185" y="4028"/>
                    </a:lnTo>
                    <a:cubicBezTo>
                      <a:pt x="49215" y="0"/>
                      <a:pt x="55747" y="0"/>
                      <a:pt x="59776" y="4028"/>
                    </a:cubicBezTo>
                  </a:path>
                </a:pathLst>
              </a:custGeom>
              <a:solidFill>
                <a:schemeClr val="accent1"/>
              </a:solidFill>
              <a:ln>
                <a:noFill/>
              </a:ln>
            </p:spPr>
          </p:sp>
          <p:sp>
            <p:nvSpPr>
              <p:cNvPr id="49" name="Freeform 49"/>
              <p:cNvSpPr/>
              <p:nvPr/>
            </p:nvSpPr>
            <p:spPr>
              <a:xfrm>
                <a:off x="5854210" y="6173973"/>
                <a:ext cx="63804" cy="48444"/>
              </a:xfrm>
              <a:custGeom>
                <a:avLst/>
                <a:gdLst/>
                <a:ahLst/>
                <a:cxnLst/>
                <a:rect l="l" t="t" r="r" b="b"/>
                <a:pathLst>
                  <a:path w="63804" h="48444">
                    <a:moveTo>
                      <a:pt x="59776" y="4028"/>
                    </a:moveTo>
                    <a:cubicBezTo>
                      <a:pt x="63804" y="8058"/>
                      <a:pt x="63804" y="14589"/>
                      <a:pt x="59776" y="18619"/>
                    </a:cubicBezTo>
                    <a:lnTo>
                      <a:pt x="33979" y="44416"/>
                    </a:lnTo>
                    <a:cubicBezTo>
                      <a:pt x="29950" y="48444"/>
                      <a:pt x="23418" y="48444"/>
                      <a:pt x="19389" y="44416"/>
                    </a:cubicBezTo>
                    <a:lnTo>
                      <a:pt x="3911" y="28938"/>
                    </a:lnTo>
                    <a:cubicBezTo>
                      <a:pt x="0" y="24889"/>
                      <a:pt x="56" y="18453"/>
                      <a:pt x="4036" y="14473"/>
                    </a:cubicBezTo>
                    <a:cubicBezTo>
                      <a:pt x="8016" y="10492"/>
                      <a:pt x="14452" y="10436"/>
                      <a:pt x="18501" y="14347"/>
                    </a:cubicBezTo>
                    <a:lnTo>
                      <a:pt x="26684" y="22530"/>
                    </a:lnTo>
                    <a:lnTo>
                      <a:pt x="45185" y="4028"/>
                    </a:lnTo>
                    <a:cubicBezTo>
                      <a:pt x="49215" y="0"/>
                      <a:pt x="55747" y="0"/>
                      <a:pt x="59776" y="4028"/>
                    </a:cubicBezTo>
                  </a:path>
                </a:pathLst>
              </a:custGeom>
              <a:solidFill>
                <a:schemeClr val="accent1"/>
              </a:solidFill>
              <a:ln>
                <a:noFill/>
              </a:ln>
            </p:spPr>
          </p:sp>
          <p:sp>
            <p:nvSpPr>
              <p:cNvPr id="50" name="Freeform 50"/>
              <p:cNvSpPr/>
              <p:nvPr/>
            </p:nvSpPr>
            <p:spPr>
              <a:xfrm>
                <a:off x="5854210" y="6235885"/>
                <a:ext cx="63804" cy="48444"/>
              </a:xfrm>
              <a:custGeom>
                <a:avLst/>
                <a:gdLst/>
                <a:ahLst/>
                <a:cxnLst/>
                <a:rect l="l" t="t" r="r" b="b"/>
                <a:pathLst>
                  <a:path w="63804" h="48444">
                    <a:moveTo>
                      <a:pt x="59776" y="4028"/>
                    </a:moveTo>
                    <a:cubicBezTo>
                      <a:pt x="63804" y="8058"/>
                      <a:pt x="63804" y="14589"/>
                      <a:pt x="59776" y="18619"/>
                    </a:cubicBezTo>
                    <a:lnTo>
                      <a:pt x="33979" y="44416"/>
                    </a:lnTo>
                    <a:cubicBezTo>
                      <a:pt x="29950" y="48444"/>
                      <a:pt x="23418" y="48444"/>
                      <a:pt x="19389" y="44416"/>
                    </a:cubicBezTo>
                    <a:lnTo>
                      <a:pt x="3911" y="28938"/>
                    </a:lnTo>
                    <a:cubicBezTo>
                      <a:pt x="0" y="24889"/>
                      <a:pt x="56" y="18453"/>
                      <a:pt x="4036" y="14473"/>
                    </a:cubicBezTo>
                    <a:cubicBezTo>
                      <a:pt x="8016" y="10492"/>
                      <a:pt x="14452" y="10436"/>
                      <a:pt x="18501" y="14347"/>
                    </a:cubicBezTo>
                    <a:lnTo>
                      <a:pt x="26684" y="22530"/>
                    </a:lnTo>
                    <a:lnTo>
                      <a:pt x="45185" y="4028"/>
                    </a:lnTo>
                    <a:cubicBezTo>
                      <a:pt x="49215" y="0"/>
                      <a:pt x="55747" y="0"/>
                      <a:pt x="59776" y="4028"/>
                    </a:cubicBezTo>
                  </a:path>
                </a:pathLst>
              </a:custGeom>
              <a:solidFill>
                <a:schemeClr val="accent1"/>
              </a:solidFill>
              <a:ln>
                <a:noFill/>
              </a:ln>
            </p:spPr>
          </p:sp>
          <p:sp>
            <p:nvSpPr>
              <p:cNvPr id="51" name="Freeform 51"/>
              <p:cNvSpPr/>
              <p:nvPr/>
            </p:nvSpPr>
            <p:spPr>
              <a:xfrm>
                <a:off x="5932487" y="6128544"/>
                <a:ext cx="113506" cy="20637"/>
              </a:xfrm>
              <a:custGeom>
                <a:avLst/>
                <a:gdLst/>
                <a:ahLst/>
                <a:cxnLst/>
                <a:rect l="l" t="t" r="r" b="b"/>
                <a:pathLst>
                  <a:path w="113506" h="20637">
                    <a:moveTo>
                      <a:pt x="113506" y="10319"/>
                    </a:moveTo>
                    <a:cubicBezTo>
                      <a:pt x="113506" y="16018"/>
                      <a:pt x="108886" y="20637"/>
                      <a:pt x="103187" y="20637"/>
                    </a:cubicBezTo>
                    <a:lnTo>
                      <a:pt x="10319" y="20637"/>
                    </a:lnTo>
                    <a:cubicBezTo>
                      <a:pt x="4620" y="20637"/>
                      <a:pt x="0" y="16018"/>
                      <a:pt x="0" y="10319"/>
                    </a:cubicBezTo>
                    <a:cubicBezTo>
                      <a:pt x="0" y="4620"/>
                      <a:pt x="4620" y="0"/>
                      <a:pt x="10319" y="0"/>
                    </a:cubicBezTo>
                    <a:lnTo>
                      <a:pt x="103187" y="0"/>
                    </a:lnTo>
                    <a:cubicBezTo>
                      <a:pt x="108886" y="0"/>
                      <a:pt x="113506" y="4620"/>
                      <a:pt x="113506" y="10319"/>
                    </a:cubicBezTo>
                  </a:path>
                </a:pathLst>
              </a:custGeom>
              <a:solidFill>
                <a:schemeClr val="accent1"/>
              </a:solidFill>
              <a:ln>
                <a:noFill/>
              </a:ln>
            </p:spPr>
          </p:sp>
          <p:sp>
            <p:nvSpPr>
              <p:cNvPr id="52" name="Freeform 52"/>
              <p:cNvSpPr/>
              <p:nvPr/>
            </p:nvSpPr>
            <p:spPr>
              <a:xfrm>
                <a:off x="5932487" y="6190456"/>
                <a:ext cx="113506" cy="20637"/>
              </a:xfrm>
              <a:custGeom>
                <a:avLst/>
                <a:gdLst/>
                <a:ahLst/>
                <a:cxnLst/>
                <a:rect l="l" t="t" r="r" b="b"/>
                <a:pathLst>
                  <a:path w="113506" h="20637">
                    <a:moveTo>
                      <a:pt x="113506" y="10319"/>
                    </a:moveTo>
                    <a:cubicBezTo>
                      <a:pt x="113506" y="16018"/>
                      <a:pt x="108886" y="20637"/>
                      <a:pt x="103187" y="20637"/>
                    </a:cubicBezTo>
                    <a:lnTo>
                      <a:pt x="10319" y="20637"/>
                    </a:lnTo>
                    <a:cubicBezTo>
                      <a:pt x="4620" y="20637"/>
                      <a:pt x="0" y="16018"/>
                      <a:pt x="0" y="10319"/>
                    </a:cubicBezTo>
                    <a:cubicBezTo>
                      <a:pt x="0" y="4620"/>
                      <a:pt x="4620" y="0"/>
                      <a:pt x="10319" y="0"/>
                    </a:cubicBezTo>
                    <a:lnTo>
                      <a:pt x="103187" y="0"/>
                    </a:lnTo>
                    <a:cubicBezTo>
                      <a:pt x="108886" y="0"/>
                      <a:pt x="113506" y="4620"/>
                      <a:pt x="113506" y="10319"/>
                    </a:cubicBezTo>
                  </a:path>
                </a:pathLst>
              </a:custGeom>
              <a:solidFill>
                <a:schemeClr val="accent1"/>
              </a:solidFill>
              <a:ln>
                <a:noFill/>
              </a:ln>
            </p:spPr>
          </p:sp>
          <p:sp>
            <p:nvSpPr>
              <p:cNvPr id="53" name="Freeform 53"/>
              <p:cNvSpPr/>
              <p:nvPr/>
            </p:nvSpPr>
            <p:spPr>
              <a:xfrm>
                <a:off x="5932487" y="6252368"/>
                <a:ext cx="113506" cy="20637"/>
              </a:xfrm>
              <a:custGeom>
                <a:avLst/>
                <a:gdLst/>
                <a:ahLst/>
                <a:cxnLst/>
                <a:rect l="l" t="t" r="r" b="b"/>
                <a:pathLst>
                  <a:path w="113506" h="20637">
                    <a:moveTo>
                      <a:pt x="113506" y="10319"/>
                    </a:moveTo>
                    <a:cubicBezTo>
                      <a:pt x="113506" y="16018"/>
                      <a:pt x="108886" y="20637"/>
                      <a:pt x="103187" y="20637"/>
                    </a:cubicBezTo>
                    <a:lnTo>
                      <a:pt x="10319" y="20637"/>
                    </a:lnTo>
                    <a:cubicBezTo>
                      <a:pt x="4620" y="20637"/>
                      <a:pt x="0" y="16018"/>
                      <a:pt x="0" y="10319"/>
                    </a:cubicBezTo>
                    <a:cubicBezTo>
                      <a:pt x="0" y="4620"/>
                      <a:pt x="4620" y="0"/>
                      <a:pt x="10319" y="0"/>
                    </a:cubicBezTo>
                    <a:lnTo>
                      <a:pt x="103187" y="0"/>
                    </a:lnTo>
                    <a:cubicBezTo>
                      <a:pt x="108886" y="0"/>
                      <a:pt x="113506" y="4620"/>
                      <a:pt x="113506" y="10319"/>
                    </a:cubicBezTo>
                  </a:path>
                </a:pathLst>
              </a:custGeom>
              <a:solidFill>
                <a:schemeClr val="accent1"/>
              </a:solidFill>
              <a:ln>
                <a:noFill/>
              </a:ln>
            </p:spPr>
          </p:sp>
        </p:grpSp>
        <p:sp>
          <p:nvSpPr>
            <p:cNvPr id="55" name="TextBox 55"/>
            <p:cNvSpPr txBox="1"/>
            <p:nvPr/>
          </p:nvSpPr>
          <p:spPr>
            <a:xfrm>
              <a:off x="6201156" y="6092190"/>
              <a:ext cx="3955923"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よく頼む内容は、自分たちのひな形として増やせる</a:t>
              </a:r>
            </a:p>
          </p:txBody>
        </p:sp>
      </p:grpSp>
      <p:sp>
        <p:nvSpPr>
          <p:cNvPr id="57" name="TextBox 57"/>
          <p:cNvSpPr txBox="1"/>
          <p:nvPr/>
        </p:nvSpPr>
        <p:spPr>
          <a:xfrm>
            <a:off x="11627206" y="6633210"/>
            <a:ext cx="189890" cy="234696"/>
          </a:xfrm>
          <a:prstGeom prst="rect">
            <a:avLst/>
          </a:prstGeom>
          <a:noFill/>
          <a:ln>
            <a:noFill/>
          </a:ln>
        </p:spPr>
        <p:txBody>
          <a:bodyPr wrap="none" lIns="0" tIns="0" rIns="0" bIns="0" anchor="t" anchorCtr="0">
            <a:spAutoFit/>
          </a:bodyPr>
          <a:lstStyle/>
          <a:p>
            <a:pPr algn="r"/>
            <a:r>
              <a:rPr lang="en-US" sz="1200" dirty="0">
                <a:solidFill>
                  <a:srgbClr val="5B6B7C"/>
                </a:solidFill>
                <a:latin typeface="+mn-lt"/>
                <a:ea typeface="+mn-ea"/>
                <a:cs typeface="+mn-cs"/>
              </a:rPr>
              <a:t>04</a:t>
            </a:r>
          </a:p>
        </p:txBody>
      </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7" name="Group 7"/>
          <p:cNvGrpSpPr/>
          <p:nvPr/>
        </p:nvGrpSpPr>
        <p:grpSpPr>
          <a:xfrm>
            <a:off x="381000" y="476250"/>
            <a:ext cx="11439144" cy="657225"/>
            <a:chOff x="381000" y="476250"/>
            <a:chExt cx="11439144" cy="657225"/>
          </a:xfrm>
        </p:grpSpPr>
        <p:sp>
          <p:nvSpPr>
            <p:cNvPr id="2" name="Rectangle 2"/>
            <p:cNvSpPr/>
            <p:nvPr/>
          </p:nvSpPr>
          <p:spPr>
            <a:xfrm>
              <a:off x="381000" y="476250"/>
              <a:ext cx="1257300" cy="342900"/>
            </a:xfrm>
            <a:prstGeom prst="roundRect">
              <a:avLst>
                <a:gd name="adj" fmla="val 50000"/>
              </a:avLst>
            </a:prstGeom>
            <a:solidFill>
              <a:schemeClr val="accent1"/>
            </a:solidFill>
            <a:ln>
              <a:noFill/>
            </a:ln>
          </p:spPr>
        </p:sp>
        <p:sp>
          <p:nvSpPr>
            <p:cNvPr id="3" name="TextBox 3"/>
            <p:cNvSpPr txBox="1"/>
            <p:nvPr/>
          </p:nvSpPr>
          <p:spPr>
            <a:xfrm>
              <a:off x="554356" y="568642"/>
              <a:ext cx="910588"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mn-lt"/>
                  <a:ea typeface="+mn-ea"/>
                  <a:cs typeface="+mn-cs"/>
                </a:rPr>
                <a:t>第一部 · 4</a:t>
              </a:r>
            </a:p>
          </p:txBody>
        </p:sp>
        <p:sp>
          <p:nvSpPr>
            <p:cNvPr id="4" name="TextBox 4"/>
            <p:cNvSpPr txBox="1"/>
            <p:nvPr/>
          </p:nvSpPr>
          <p:spPr>
            <a:xfrm>
              <a:off x="1793748" y="479108"/>
              <a:ext cx="2681275" cy="616077"/>
            </a:xfrm>
            <a:prstGeom prst="rect">
              <a:avLst/>
            </a:prstGeom>
            <a:noFill/>
            <a:ln>
              <a:noFill/>
            </a:ln>
          </p:spPr>
          <p:txBody>
            <a:bodyPr wrap="none" lIns="0" tIns="0" rIns="0" bIns="0" anchor="t" anchorCtr="0">
              <a:spAutoFit/>
            </a:bodyPr>
            <a:lstStyle/>
            <a:p>
              <a:pPr algn="l"/>
              <a:r>
                <a:rPr lang="zh-CN" sz="3150" b="1" dirty="0">
                  <a:solidFill>
                    <a:schemeClr val="dk1"/>
                  </a:solidFill>
                  <a:latin typeface="+mn-lt"/>
                  <a:ea typeface="+mn-ea"/>
                  <a:cs typeface="+mn-cs"/>
                </a:rPr>
                <a:t>こんなときに使います</a:t>
              </a:r>
            </a:p>
          </p:txBody>
        </p:sp>
        <p:sp>
          <p:nvSpPr>
            <p:cNvPr id="5" name="TextBox 5"/>
            <p:cNvSpPr txBox="1"/>
            <p:nvPr/>
          </p:nvSpPr>
          <p:spPr>
            <a:xfrm>
              <a:off x="8125316" y="605790"/>
              <a:ext cx="3694828" cy="352044"/>
            </a:xfrm>
            <a:prstGeom prst="rect">
              <a:avLst/>
            </a:prstGeom>
            <a:noFill/>
            <a:ln>
              <a:noFill/>
            </a:ln>
          </p:spPr>
          <p:txBody>
            <a:bodyPr wrap="none" lIns="0" tIns="0" rIns="0" bIns="0" anchor="t" anchorCtr="0">
              <a:spAutoFit/>
            </a:bodyPr>
            <a:lstStyle/>
            <a:p>
              <a:pPr algn="r"/>
              <a:r>
                <a:rPr lang="zh-CN" sz="1800" b="1" dirty="0">
                  <a:solidFill>
                    <a:schemeClr val="accent1"/>
                  </a:solidFill>
                  <a:latin typeface="+mn-lt"/>
                  <a:ea typeface="+mn-ea"/>
                  <a:cs typeface="+mn-cs"/>
                </a:rPr>
                <a:t>直すときだけでなく、調べたい・決めたいときにも</a:t>
              </a:r>
            </a:p>
          </p:txBody>
        </p:sp>
        <p:sp>
          <p:nvSpPr>
            <p:cNvPr id="6" name="Line 6"/>
            <p:cNvSpPr/>
            <p:nvPr/>
          </p:nvSpPr>
          <p:spPr>
            <a:xfrm>
              <a:off x="381000" y="1123950"/>
              <a:ext cx="11430000" cy="9525"/>
            </a:xfrm>
            <a:custGeom>
              <a:avLst/>
              <a:gdLst/>
              <a:ahLst/>
              <a:cxnLst/>
              <a:rect l="l" t="t" r="r" b="b"/>
              <a:pathLst>
                <a:path w="11430000" h="9525">
                  <a:moveTo>
                    <a:pt x="0" y="0"/>
                  </a:moveTo>
                  <a:lnTo>
                    <a:pt x="11430000" y="0"/>
                  </a:lnTo>
                </a:path>
              </a:pathLst>
            </a:custGeom>
            <a:noFill/>
            <a:ln w="9525">
              <a:solidFill>
                <a:srgbClr val="E2E8F0"/>
              </a:solidFill>
            </a:ln>
          </p:spPr>
        </p:sp>
      </p:grpSp>
      <p:sp>
        <p:nvSpPr>
          <p:cNvPr id="8" name="Rectangle 8"/>
          <p:cNvSpPr/>
          <p:nvPr/>
        </p:nvSpPr>
        <p:spPr>
          <a:xfrm>
            <a:off x="742950" y="1847850"/>
            <a:ext cx="38100" cy="3810000"/>
          </a:xfrm>
          <a:prstGeom prst="roundRect">
            <a:avLst>
              <a:gd name="adj" fmla="val 50000"/>
            </a:avLst>
          </a:prstGeom>
          <a:solidFill>
            <a:srgbClr val="E2E8F0"/>
          </a:solidFill>
          <a:ln>
            <a:noFill/>
          </a:ln>
        </p:spPr>
      </p:sp>
      <p:grpSp>
        <p:nvGrpSpPr>
          <p:cNvPr id="18" name="Group 18"/>
          <p:cNvGrpSpPr/>
          <p:nvPr/>
        </p:nvGrpSpPr>
        <p:grpSpPr>
          <a:xfrm>
            <a:off x="495300" y="1447800"/>
            <a:ext cx="11315700" cy="805434"/>
            <a:chOff x="495300" y="1447800"/>
            <a:chExt cx="11315700" cy="805434"/>
          </a:xfrm>
        </p:grpSpPr>
        <p:sp>
          <p:nvSpPr>
            <p:cNvPr id="9" name="Ellipse 9"/>
            <p:cNvSpPr/>
            <p:nvPr/>
          </p:nvSpPr>
          <p:spPr>
            <a:xfrm>
              <a:off x="495300" y="1581150"/>
              <a:ext cx="533400" cy="533400"/>
            </a:xfrm>
            <a:prstGeom prst="ellipse">
              <a:avLst/>
            </a:prstGeom>
            <a:solidFill>
              <a:schemeClr val="accent1"/>
            </a:solidFill>
            <a:ln>
              <a:noFill/>
            </a:ln>
          </p:spPr>
        </p:sp>
        <p:sp>
          <p:nvSpPr>
            <p:cNvPr id="10" name="TextBox 10"/>
            <p:cNvSpPr txBox="1"/>
            <p:nvPr/>
          </p:nvSpPr>
          <p:spPr>
            <a:xfrm>
              <a:off x="682887" y="1739265"/>
              <a:ext cx="158225" cy="352044"/>
            </a:xfrm>
            <a:prstGeom prst="rect">
              <a:avLst/>
            </a:prstGeom>
            <a:noFill/>
            <a:ln>
              <a:noFill/>
            </a:ln>
          </p:spPr>
          <p:txBody>
            <a:bodyPr wrap="none" lIns="0" tIns="0" rIns="0" bIns="0" anchor="t" anchorCtr="0">
              <a:spAutoFit/>
            </a:bodyPr>
            <a:lstStyle/>
            <a:p>
              <a:pPr algn="ctr"/>
              <a:r>
                <a:rPr lang="en-US" sz="1800" b="1" dirty="0">
                  <a:solidFill>
                    <a:srgbClr val="FFFFFF"/>
                  </a:solidFill>
                  <a:latin typeface="+mn-lt"/>
                  <a:ea typeface="+mn-ea"/>
                  <a:cs typeface="+mn-cs"/>
                </a:rPr>
                <a:t>1</a:t>
              </a:r>
            </a:p>
          </p:txBody>
        </p:sp>
        <p:sp>
          <p:nvSpPr>
            <p:cNvPr id="11" name="Rectangle 11"/>
            <p:cNvSpPr/>
            <p:nvPr/>
          </p:nvSpPr>
          <p:spPr>
            <a:xfrm>
              <a:off x="1333500" y="1447800"/>
              <a:ext cx="10477500" cy="800100"/>
            </a:xfrm>
            <a:prstGeom prst="roundRect">
              <a:avLst>
                <a:gd name="adj" fmla="val 16667"/>
              </a:avLst>
            </a:prstGeom>
            <a:solidFill>
              <a:schemeClr val="accent6"/>
            </a:solidFill>
            <a:ln>
              <a:noFill/>
            </a:ln>
          </p:spPr>
        </p:sp>
        <p:sp>
          <p:nvSpPr>
            <p:cNvPr id="12" name="Rectangle 12"/>
            <p:cNvSpPr/>
            <p:nvPr/>
          </p:nvSpPr>
          <p:spPr>
            <a:xfrm>
              <a:off x="1333500" y="1447800"/>
              <a:ext cx="66675" cy="800100"/>
            </a:xfrm>
            <a:prstGeom prst="roundRect">
              <a:avLst>
                <a:gd name="adj" fmla="val 50000"/>
              </a:avLst>
            </a:prstGeom>
            <a:solidFill>
              <a:schemeClr val="accent3"/>
            </a:solidFill>
            <a:ln>
              <a:noFill/>
            </a:ln>
          </p:spPr>
        </p:sp>
        <p:sp>
          <p:nvSpPr>
            <p:cNvPr id="13" name="Freeform 13"/>
            <p:cNvSpPr/>
            <p:nvPr/>
          </p:nvSpPr>
          <p:spPr>
            <a:xfrm>
              <a:off x="1651674" y="1726294"/>
              <a:ext cx="232057" cy="233637"/>
            </a:xfrm>
            <a:custGeom>
              <a:avLst/>
              <a:gdLst/>
              <a:ahLst/>
              <a:cxnLst/>
              <a:rect l="l" t="t" r="r" b="b"/>
              <a:pathLst>
                <a:path w="232057" h="233637">
                  <a:moveTo>
                    <a:pt x="142202" y="22344"/>
                  </a:moveTo>
                  <a:cubicBezTo>
                    <a:pt x="164450" y="35186"/>
                    <a:pt x="180055" y="57025"/>
                    <a:pt x="184997" y="82234"/>
                  </a:cubicBezTo>
                  <a:cubicBezTo>
                    <a:pt x="189939" y="107443"/>
                    <a:pt x="183735" y="133557"/>
                    <a:pt x="167983" y="153849"/>
                  </a:cubicBezTo>
                  <a:lnTo>
                    <a:pt x="227846" y="213713"/>
                  </a:lnTo>
                  <a:cubicBezTo>
                    <a:pt x="232057" y="218073"/>
                    <a:pt x="231997" y="225004"/>
                    <a:pt x="227711" y="229290"/>
                  </a:cubicBezTo>
                  <a:cubicBezTo>
                    <a:pt x="223424" y="233577"/>
                    <a:pt x="216493" y="233637"/>
                    <a:pt x="212133" y="229426"/>
                  </a:cubicBezTo>
                  <a:lnTo>
                    <a:pt x="152259" y="169563"/>
                  </a:lnTo>
                  <a:cubicBezTo>
                    <a:pt x="116965" y="196949"/>
                    <a:pt x="66829" y="193890"/>
                    <a:pt x="35126" y="162417"/>
                  </a:cubicBezTo>
                  <a:cubicBezTo>
                    <a:pt x="3423" y="130944"/>
                    <a:pt x="0" y="80832"/>
                    <a:pt x="27129" y="45340"/>
                  </a:cubicBezTo>
                  <a:cubicBezTo>
                    <a:pt x="54258" y="9848"/>
                    <a:pt x="103512" y="0"/>
                    <a:pt x="142202" y="22333"/>
                  </a:cubicBezTo>
                </a:path>
              </a:pathLst>
            </a:custGeom>
            <a:solidFill>
              <a:schemeClr val="accent3"/>
            </a:solidFill>
            <a:ln>
              <a:noFill/>
            </a:ln>
          </p:spPr>
        </p:sp>
        <p:sp>
          <p:nvSpPr>
            <p:cNvPr id="14" name="TextBox 14"/>
            <p:cNvSpPr txBox="1"/>
            <p:nvPr/>
          </p:nvSpPr>
          <p:spPr>
            <a:xfrm>
              <a:off x="2029206" y="1577340"/>
              <a:ext cx="2130072" cy="352044"/>
            </a:xfrm>
            <a:prstGeom prst="rect">
              <a:avLst/>
            </a:prstGeom>
            <a:noFill/>
            <a:ln>
              <a:noFill/>
            </a:ln>
          </p:spPr>
          <p:txBody>
            <a:bodyPr wrap="none" lIns="0" tIns="0" rIns="0" bIns="0" anchor="t" anchorCtr="0">
              <a:spAutoFit/>
            </a:bodyPr>
            <a:lstStyle/>
            <a:p>
              <a:pPr algn="l"/>
              <a:r>
                <a:rPr lang="zh-CN" sz="1800" b="1" dirty="0">
                  <a:solidFill>
                    <a:schemeClr val="dk1"/>
                  </a:solidFill>
                  <a:latin typeface="+mn-lt"/>
                  <a:ea typeface="+mn-ea"/>
                  <a:cs typeface="+mn-cs"/>
                </a:rPr>
                <a:t>端末の入れ替えに備える</a:t>
              </a:r>
            </a:p>
          </p:txBody>
        </p:sp>
        <p:sp>
          <p:nvSpPr>
            <p:cNvPr id="15" name="TextBox 15"/>
            <p:cNvSpPr txBox="1"/>
            <p:nvPr/>
          </p:nvSpPr>
          <p:spPr>
            <a:xfrm>
              <a:off x="2029206" y="1901190"/>
              <a:ext cx="4198239" cy="352044"/>
            </a:xfrm>
            <a:prstGeom prst="rect">
              <a:avLst/>
            </a:prstGeom>
            <a:noFill/>
            <a:ln>
              <a:noFill/>
            </a:ln>
          </p:spPr>
          <p:txBody>
            <a:bodyPr wrap="none" lIns="0" tIns="0" rIns="0" bIns="0" anchor="t" anchorCtr="0">
              <a:spAutoFit/>
            </a:bodyPr>
            <a:lstStyle/>
            <a:p>
              <a:pPr algn="l"/>
              <a:r>
                <a:rPr lang="zh-CN" sz="1800" dirty="0">
                  <a:solidFill>
                    <a:srgbClr val="5B6B7C"/>
                  </a:solidFill>
                  <a:latin typeface="+mn-lt"/>
                  <a:ea typeface="+mn-ea"/>
                  <a:cs typeface="+mn-cs"/>
                </a:rPr>
                <a:t>新しい環境で動かなくなる箇所を洗い出してもらう。</a:t>
              </a:r>
            </a:p>
          </p:txBody>
        </p:sp>
        <p:sp>
          <p:nvSpPr>
            <p:cNvPr id="16" name="Rectangle 16"/>
            <p:cNvSpPr/>
            <p:nvPr/>
          </p:nvSpPr>
          <p:spPr>
            <a:xfrm>
              <a:off x="10515600" y="1714500"/>
              <a:ext cx="990600" cy="285750"/>
            </a:xfrm>
            <a:prstGeom prst="roundRect">
              <a:avLst>
                <a:gd name="adj" fmla="val 50000"/>
              </a:avLst>
            </a:prstGeom>
            <a:solidFill>
              <a:schemeClr val="lt1"/>
            </a:solidFill>
            <a:ln w="9525">
              <a:solidFill>
                <a:srgbClr val="CBD5E1"/>
              </a:solidFill>
            </a:ln>
          </p:spPr>
        </p:sp>
        <p:sp>
          <p:nvSpPr>
            <p:cNvPr id="17" name="TextBox 17"/>
            <p:cNvSpPr txBox="1"/>
            <p:nvPr/>
          </p:nvSpPr>
          <p:spPr>
            <a:xfrm>
              <a:off x="10763240" y="1768792"/>
              <a:ext cx="495319" cy="264033"/>
            </a:xfrm>
            <a:prstGeom prst="rect">
              <a:avLst/>
            </a:prstGeom>
            <a:noFill/>
            <a:ln>
              <a:noFill/>
            </a:ln>
          </p:spPr>
          <p:txBody>
            <a:bodyPr wrap="none" lIns="0" tIns="0" rIns="0" bIns="0" anchor="t" anchorCtr="0">
              <a:spAutoFit/>
            </a:bodyPr>
            <a:lstStyle/>
            <a:p>
              <a:pPr algn="ctr"/>
              <a:r>
                <a:rPr lang="zh-CN" sz="1350" dirty="0">
                  <a:solidFill>
                    <a:schemeClr val="accent3"/>
                  </a:solidFill>
                  <a:latin typeface="+mn-lt"/>
                  <a:ea typeface="+mn-ea"/>
                  <a:cs typeface="+mn-cs"/>
                </a:rPr>
                <a:t>聞くだけ</a:t>
              </a:r>
            </a:p>
          </p:txBody>
        </p:sp>
      </p:grpSp>
      <p:grpSp>
        <p:nvGrpSpPr>
          <p:cNvPr id="28" name="Group 28"/>
          <p:cNvGrpSpPr/>
          <p:nvPr/>
        </p:nvGrpSpPr>
        <p:grpSpPr>
          <a:xfrm>
            <a:off x="495300" y="2400300"/>
            <a:ext cx="11315700" cy="805434"/>
            <a:chOff x="495300" y="2400300"/>
            <a:chExt cx="11315700" cy="805434"/>
          </a:xfrm>
        </p:grpSpPr>
        <p:sp>
          <p:nvSpPr>
            <p:cNvPr id="19" name="Ellipse 19"/>
            <p:cNvSpPr/>
            <p:nvPr/>
          </p:nvSpPr>
          <p:spPr>
            <a:xfrm>
              <a:off x="495300" y="2533650"/>
              <a:ext cx="533400" cy="533400"/>
            </a:xfrm>
            <a:prstGeom prst="ellipse">
              <a:avLst/>
            </a:prstGeom>
            <a:solidFill>
              <a:schemeClr val="accent1"/>
            </a:solidFill>
            <a:ln>
              <a:noFill/>
            </a:ln>
          </p:spPr>
        </p:sp>
        <p:sp>
          <p:nvSpPr>
            <p:cNvPr id="20" name="TextBox 20"/>
            <p:cNvSpPr txBox="1"/>
            <p:nvPr/>
          </p:nvSpPr>
          <p:spPr>
            <a:xfrm>
              <a:off x="682887" y="2691765"/>
              <a:ext cx="158225" cy="352044"/>
            </a:xfrm>
            <a:prstGeom prst="rect">
              <a:avLst/>
            </a:prstGeom>
            <a:noFill/>
            <a:ln>
              <a:noFill/>
            </a:ln>
          </p:spPr>
          <p:txBody>
            <a:bodyPr wrap="none" lIns="0" tIns="0" rIns="0" bIns="0" anchor="t" anchorCtr="0">
              <a:spAutoFit/>
            </a:bodyPr>
            <a:lstStyle/>
            <a:p>
              <a:pPr algn="ctr"/>
              <a:r>
                <a:rPr lang="en-US" sz="1800" b="1" dirty="0">
                  <a:solidFill>
                    <a:srgbClr val="FFFFFF"/>
                  </a:solidFill>
                  <a:latin typeface="+mn-lt"/>
                  <a:ea typeface="+mn-ea"/>
                  <a:cs typeface="+mn-cs"/>
                </a:rPr>
                <a:t>2</a:t>
              </a:r>
            </a:p>
          </p:txBody>
        </p:sp>
        <p:sp>
          <p:nvSpPr>
            <p:cNvPr id="21" name="Rectangle 21"/>
            <p:cNvSpPr/>
            <p:nvPr/>
          </p:nvSpPr>
          <p:spPr>
            <a:xfrm>
              <a:off x="1333500" y="2400300"/>
              <a:ext cx="10477500" cy="800100"/>
            </a:xfrm>
            <a:prstGeom prst="roundRect">
              <a:avLst>
                <a:gd name="adj" fmla="val 16667"/>
              </a:avLst>
            </a:prstGeom>
            <a:solidFill>
              <a:schemeClr val="accent6"/>
            </a:solidFill>
            <a:ln>
              <a:noFill/>
            </a:ln>
          </p:spPr>
        </p:sp>
        <p:sp>
          <p:nvSpPr>
            <p:cNvPr id="22" name="Rectangle 22"/>
            <p:cNvSpPr/>
            <p:nvPr/>
          </p:nvSpPr>
          <p:spPr>
            <a:xfrm>
              <a:off x="1333500" y="2400300"/>
              <a:ext cx="66675" cy="800100"/>
            </a:xfrm>
            <a:prstGeom prst="roundRect">
              <a:avLst>
                <a:gd name="adj" fmla="val 50000"/>
              </a:avLst>
            </a:prstGeom>
            <a:solidFill>
              <a:schemeClr val="accent1"/>
            </a:solidFill>
            <a:ln>
              <a:noFill/>
            </a:ln>
          </p:spPr>
        </p:sp>
        <p:sp>
          <p:nvSpPr>
            <p:cNvPr id="23" name="Freeform 23"/>
            <p:cNvSpPr/>
            <p:nvPr/>
          </p:nvSpPr>
          <p:spPr>
            <a:xfrm>
              <a:off x="1652813" y="2681513"/>
              <a:ext cx="237675" cy="237675"/>
            </a:xfrm>
            <a:custGeom>
              <a:avLst/>
              <a:gdLst/>
              <a:ahLst/>
              <a:cxnLst/>
              <a:rect l="l" t="t" r="r" b="b"/>
              <a:pathLst>
                <a:path w="237675" h="237675">
                  <a:moveTo>
                    <a:pt x="148252" y="30837"/>
                  </a:moveTo>
                  <a:cubicBezTo>
                    <a:pt x="148857" y="33333"/>
                    <a:pt x="150617" y="35390"/>
                    <a:pt x="152989" y="36374"/>
                  </a:cubicBezTo>
                  <a:cubicBezTo>
                    <a:pt x="155361" y="37358"/>
                    <a:pt x="158060" y="37151"/>
                    <a:pt x="160254" y="35816"/>
                  </a:cubicBezTo>
                  <a:cubicBezTo>
                    <a:pt x="187357" y="19314"/>
                    <a:pt x="218372" y="50318"/>
                    <a:pt x="201870" y="77421"/>
                  </a:cubicBezTo>
                  <a:cubicBezTo>
                    <a:pt x="200535" y="79613"/>
                    <a:pt x="200326" y="82311"/>
                    <a:pt x="201308" y="84682"/>
                  </a:cubicBezTo>
                  <a:cubicBezTo>
                    <a:pt x="202289" y="87054"/>
                    <a:pt x="204344" y="88815"/>
                    <a:pt x="206838" y="89423"/>
                  </a:cubicBezTo>
                  <a:cubicBezTo>
                    <a:pt x="237675" y="96901"/>
                    <a:pt x="237675" y="140762"/>
                    <a:pt x="206838" y="148252"/>
                  </a:cubicBezTo>
                  <a:cubicBezTo>
                    <a:pt x="204342" y="148857"/>
                    <a:pt x="202285" y="150617"/>
                    <a:pt x="201301" y="152989"/>
                  </a:cubicBezTo>
                  <a:cubicBezTo>
                    <a:pt x="200317" y="155361"/>
                    <a:pt x="200524" y="158060"/>
                    <a:pt x="201859" y="160254"/>
                  </a:cubicBezTo>
                  <a:cubicBezTo>
                    <a:pt x="218361" y="187357"/>
                    <a:pt x="187357" y="218372"/>
                    <a:pt x="160254" y="201870"/>
                  </a:cubicBezTo>
                  <a:cubicBezTo>
                    <a:pt x="158062" y="200535"/>
                    <a:pt x="155364" y="200326"/>
                    <a:pt x="152992" y="201308"/>
                  </a:cubicBezTo>
                  <a:cubicBezTo>
                    <a:pt x="150621" y="202289"/>
                    <a:pt x="148860" y="204344"/>
                    <a:pt x="148252" y="206838"/>
                  </a:cubicBezTo>
                  <a:cubicBezTo>
                    <a:pt x="140774" y="237675"/>
                    <a:pt x="96912" y="237675"/>
                    <a:pt x="89423" y="206838"/>
                  </a:cubicBezTo>
                  <a:cubicBezTo>
                    <a:pt x="88818" y="204342"/>
                    <a:pt x="87058" y="202285"/>
                    <a:pt x="84686" y="201301"/>
                  </a:cubicBezTo>
                  <a:cubicBezTo>
                    <a:pt x="82314" y="200317"/>
                    <a:pt x="79615" y="200524"/>
                    <a:pt x="77421" y="201859"/>
                  </a:cubicBezTo>
                  <a:cubicBezTo>
                    <a:pt x="50318" y="218361"/>
                    <a:pt x="19302" y="187357"/>
                    <a:pt x="35805" y="160254"/>
                  </a:cubicBezTo>
                  <a:cubicBezTo>
                    <a:pt x="37140" y="158062"/>
                    <a:pt x="37349" y="155364"/>
                    <a:pt x="36367" y="152992"/>
                  </a:cubicBezTo>
                  <a:cubicBezTo>
                    <a:pt x="35385" y="150621"/>
                    <a:pt x="33331" y="148860"/>
                    <a:pt x="30837" y="148252"/>
                  </a:cubicBezTo>
                  <a:cubicBezTo>
                    <a:pt x="0" y="140774"/>
                    <a:pt x="0" y="96912"/>
                    <a:pt x="30837" y="89423"/>
                  </a:cubicBezTo>
                  <a:cubicBezTo>
                    <a:pt x="33333" y="88818"/>
                    <a:pt x="35390" y="87058"/>
                    <a:pt x="36374" y="84686"/>
                  </a:cubicBezTo>
                  <a:cubicBezTo>
                    <a:pt x="37358" y="82314"/>
                    <a:pt x="37151" y="79615"/>
                    <a:pt x="35816" y="77421"/>
                  </a:cubicBezTo>
                  <a:cubicBezTo>
                    <a:pt x="19314" y="50318"/>
                    <a:pt x="50318" y="19302"/>
                    <a:pt x="77421" y="35805"/>
                  </a:cubicBezTo>
                  <a:cubicBezTo>
                    <a:pt x="79611" y="37150"/>
                    <a:pt x="82313" y="37364"/>
                    <a:pt x="84688" y="36381"/>
                  </a:cubicBezTo>
                  <a:cubicBezTo>
                    <a:pt x="87063" y="35398"/>
                    <a:pt x="88824" y="33337"/>
                    <a:pt x="89423" y="30837"/>
                  </a:cubicBezTo>
                  <a:cubicBezTo>
                    <a:pt x="96901" y="0"/>
                    <a:pt x="140762" y="0"/>
                    <a:pt x="148252" y="30837"/>
                  </a:cubicBezTo>
                  <a:close/>
                  <a:moveTo>
                    <a:pt x="118837" y="85500"/>
                  </a:moveTo>
                  <a:cubicBezTo>
                    <a:pt x="100426" y="85500"/>
                    <a:pt x="85500" y="100426"/>
                    <a:pt x="85500" y="118837"/>
                  </a:cubicBezTo>
                  <a:cubicBezTo>
                    <a:pt x="85500" y="137249"/>
                    <a:pt x="100426" y="152175"/>
                    <a:pt x="118837" y="152175"/>
                  </a:cubicBezTo>
                  <a:cubicBezTo>
                    <a:pt x="137249" y="152175"/>
                    <a:pt x="152175" y="137249"/>
                    <a:pt x="152175" y="118837"/>
                  </a:cubicBezTo>
                  <a:cubicBezTo>
                    <a:pt x="152175" y="100426"/>
                    <a:pt x="137249" y="85500"/>
                    <a:pt x="118837" y="85500"/>
                  </a:cubicBezTo>
                </a:path>
              </a:pathLst>
            </a:custGeom>
            <a:solidFill>
              <a:schemeClr val="accent1"/>
            </a:solidFill>
            <a:ln>
              <a:noFill/>
            </a:ln>
          </p:spPr>
        </p:sp>
        <p:sp>
          <p:nvSpPr>
            <p:cNvPr id="24" name="TextBox 24"/>
            <p:cNvSpPr txBox="1"/>
            <p:nvPr/>
          </p:nvSpPr>
          <p:spPr>
            <a:xfrm>
              <a:off x="2029206" y="2529840"/>
              <a:ext cx="2066464" cy="352044"/>
            </a:xfrm>
            <a:prstGeom prst="rect">
              <a:avLst/>
            </a:prstGeom>
            <a:noFill/>
            <a:ln>
              <a:noFill/>
            </a:ln>
          </p:spPr>
          <p:txBody>
            <a:bodyPr wrap="none" lIns="0" tIns="0" rIns="0" bIns="0" anchor="t" anchorCtr="0">
              <a:spAutoFit/>
            </a:bodyPr>
            <a:lstStyle/>
            <a:p>
              <a:pPr algn="l"/>
              <a:r>
                <a:rPr lang="zh-CN" sz="1800" b="1" dirty="0">
                  <a:solidFill>
                    <a:schemeClr val="dk1"/>
                  </a:solidFill>
                  <a:latin typeface="+mn-lt"/>
                  <a:ea typeface="+mn-ea"/>
                  <a:cs typeface="+mn-cs"/>
                </a:rPr>
                <a:t>動かなくなったマクロを直す</a:t>
              </a:r>
            </a:p>
          </p:txBody>
        </p:sp>
        <p:sp>
          <p:nvSpPr>
            <p:cNvPr id="25" name="TextBox 25"/>
            <p:cNvSpPr txBox="1"/>
            <p:nvPr/>
          </p:nvSpPr>
          <p:spPr>
            <a:xfrm>
              <a:off x="2029206" y="2853690"/>
              <a:ext cx="4791913" cy="352044"/>
            </a:xfrm>
            <a:prstGeom prst="rect">
              <a:avLst/>
            </a:prstGeom>
            <a:noFill/>
            <a:ln>
              <a:noFill/>
            </a:ln>
          </p:spPr>
          <p:txBody>
            <a:bodyPr wrap="none" lIns="0" tIns="0" rIns="0" bIns="0" anchor="t" anchorCtr="0">
              <a:spAutoFit/>
            </a:bodyPr>
            <a:lstStyle/>
            <a:p>
              <a:pPr algn="l"/>
              <a:r>
                <a:rPr lang="zh-CN" sz="1800" dirty="0">
                  <a:solidFill>
                    <a:srgbClr val="5B6B7C"/>
                  </a:solidFill>
                  <a:latin typeface="+mn-lt"/>
                  <a:ea typeface="+mn-ea"/>
                  <a:cs typeface="+mn-cs"/>
                </a:rPr>
                <a:t>使えなくなった機能を、標準機能だけの形へ置き換える。</a:t>
              </a:r>
            </a:p>
          </p:txBody>
        </p:sp>
        <p:sp>
          <p:nvSpPr>
            <p:cNvPr id="26" name="Rectangle 26"/>
            <p:cNvSpPr/>
            <p:nvPr/>
          </p:nvSpPr>
          <p:spPr>
            <a:xfrm>
              <a:off x="10744200" y="2667000"/>
              <a:ext cx="762000" cy="285750"/>
            </a:xfrm>
            <a:prstGeom prst="roundRect">
              <a:avLst>
                <a:gd name="adj" fmla="val 50000"/>
              </a:avLst>
            </a:prstGeom>
            <a:solidFill>
              <a:schemeClr val="lt1"/>
            </a:solidFill>
            <a:ln w="9525">
              <a:solidFill>
                <a:srgbClr val="CBD5E1"/>
              </a:solidFill>
            </a:ln>
          </p:spPr>
        </p:sp>
        <p:sp>
          <p:nvSpPr>
            <p:cNvPr id="27" name="TextBox 27"/>
            <p:cNvSpPr txBox="1"/>
            <p:nvPr/>
          </p:nvSpPr>
          <p:spPr>
            <a:xfrm>
              <a:off x="10936605" y="2721292"/>
              <a:ext cx="377190" cy="264033"/>
            </a:xfrm>
            <a:prstGeom prst="rect">
              <a:avLst/>
            </a:prstGeom>
            <a:noFill/>
            <a:ln>
              <a:noFill/>
            </a:ln>
          </p:spPr>
          <p:txBody>
            <a:bodyPr wrap="none" lIns="0" tIns="0" rIns="0" bIns="0" anchor="t" anchorCtr="0">
              <a:spAutoFit/>
            </a:bodyPr>
            <a:lstStyle/>
            <a:p>
              <a:pPr algn="ctr"/>
              <a:r>
                <a:rPr lang="zh-CN" sz="1350" dirty="0">
                  <a:solidFill>
                    <a:schemeClr val="accent1"/>
                  </a:solidFill>
                  <a:latin typeface="+mn-lt"/>
                  <a:ea typeface="+mn-ea"/>
                  <a:cs typeface="+mn-cs"/>
                </a:rPr>
                <a:t>改修</a:t>
              </a:r>
            </a:p>
          </p:txBody>
        </p:sp>
      </p:grpSp>
      <p:grpSp>
        <p:nvGrpSpPr>
          <p:cNvPr id="44" name="Group 44"/>
          <p:cNvGrpSpPr/>
          <p:nvPr/>
        </p:nvGrpSpPr>
        <p:grpSpPr>
          <a:xfrm>
            <a:off x="495300" y="3352800"/>
            <a:ext cx="11315700" cy="805434"/>
            <a:chOff x="495300" y="3352800"/>
            <a:chExt cx="11315700" cy="805434"/>
          </a:xfrm>
        </p:grpSpPr>
        <p:sp>
          <p:nvSpPr>
            <p:cNvPr id="29" name="Ellipse 29"/>
            <p:cNvSpPr/>
            <p:nvPr/>
          </p:nvSpPr>
          <p:spPr>
            <a:xfrm>
              <a:off x="495300" y="3486150"/>
              <a:ext cx="533400" cy="533400"/>
            </a:xfrm>
            <a:prstGeom prst="ellipse">
              <a:avLst/>
            </a:prstGeom>
            <a:solidFill>
              <a:schemeClr val="accent1"/>
            </a:solidFill>
            <a:ln>
              <a:noFill/>
            </a:ln>
          </p:spPr>
        </p:sp>
        <p:sp>
          <p:nvSpPr>
            <p:cNvPr id="30" name="TextBox 30"/>
            <p:cNvSpPr txBox="1"/>
            <p:nvPr/>
          </p:nvSpPr>
          <p:spPr>
            <a:xfrm>
              <a:off x="682887" y="3644265"/>
              <a:ext cx="158225" cy="352044"/>
            </a:xfrm>
            <a:prstGeom prst="rect">
              <a:avLst/>
            </a:prstGeom>
            <a:noFill/>
            <a:ln>
              <a:noFill/>
            </a:ln>
          </p:spPr>
          <p:txBody>
            <a:bodyPr wrap="none" lIns="0" tIns="0" rIns="0" bIns="0" anchor="t" anchorCtr="0">
              <a:spAutoFit/>
            </a:bodyPr>
            <a:lstStyle/>
            <a:p>
              <a:pPr algn="ctr"/>
              <a:r>
                <a:rPr lang="en-US" sz="1800" b="1" dirty="0">
                  <a:solidFill>
                    <a:srgbClr val="FFFFFF"/>
                  </a:solidFill>
                  <a:latin typeface="+mn-lt"/>
                  <a:ea typeface="+mn-ea"/>
                  <a:cs typeface="+mn-cs"/>
                </a:rPr>
                <a:t>3</a:t>
              </a:r>
            </a:p>
          </p:txBody>
        </p:sp>
        <p:sp>
          <p:nvSpPr>
            <p:cNvPr id="31" name="Rectangle 31"/>
            <p:cNvSpPr/>
            <p:nvPr/>
          </p:nvSpPr>
          <p:spPr>
            <a:xfrm>
              <a:off x="1333500" y="3352800"/>
              <a:ext cx="10477500" cy="800100"/>
            </a:xfrm>
            <a:prstGeom prst="roundRect">
              <a:avLst>
                <a:gd name="adj" fmla="val 16667"/>
              </a:avLst>
            </a:prstGeom>
            <a:solidFill>
              <a:schemeClr val="accent6"/>
            </a:solidFill>
            <a:ln>
              <a:noFill/>
            </a:ln>
          </p:spPr>
        </p:sp>
        <p:sp>
          <p:nvSpPr>
            <p:cNvPr id="32" name="Rectangle 32"/>
            <p:cNvSpPr/>
            <p:nvPr/>
          </p:nvSpPr>
          <p:spPr>
            <a:xfrm>
              <a:off x="1333500" y="3352800"/>
              <a:ext cx="66675" cy="800100"/>
            </a:xfrm>
            <a:prstGeom prst="roundRect">
              <a:avLst>
                <a:gd name="adj" fmla="val 50000"/>
              </a:avLst>
            </a:prstGeom>
            <a:solidFill>
              <a:schemeClr val="accent1"/>
            </a:solidFill>
            <a:ln>
              <a:noFill/>
            </a:ln>
          </p:spPr>
        </p:sp>
        <p:grpSp>
          <p:nvGrpSpPr>
            <p:cNvPr id="39" name="Group 39"/>
            <p:cNvGrpSpPr/>
            <p:nvPr/>
          </p:nvGrpSpPr>
          <p:grpSpPr>
            <a:xfrm>
              <a:off x="1665126" y="3657312"/>
              <a:ext cx="206537" cy="185521"/>
              <a:chOff x="1665126" y="3657312"/>
              <a:chExt cx="206537" cy="185521"/>
            </a:xfrm>
          </p:grpSpPr>
          <p:sp>
            <p:nvSpPr>
              <p:cNvPr id="33" name="Freeform 33"/>
              <p:cNvSpPr/>
              <p:nvPr/>
            </p:nvSpPr>
            <p:spPr>
              <a:xfrm>
                <a:off x="1665126" y="3657312"/>
                <a:ext cx="68713" cy="52171"/>
              </a:xfrm>
              <a:custGeom>
                <a:avLst/>
                <a:gdLst/>
                <a:ahLst/>
                <a:cxnLst/>
                <a:rect l="l" t="t" r="r" b="b"/>
                <a:pathLst>
                  <a:path w="68713" h="52171">
                    <a:moveTo>
                      <a:pt x="64375" y="4338"/>
                    </a:moveTo>
                    <a:cubicBezTo>
                      <a:pt x="68713" y="8678"/>
                      <a:pt x="68713" y="15712"/>
                      <a:pt x="64375" y="20051"/>
                    </a:cubicBezTo>
                    <a:lnTo>
                      <a:pt x="36593" y="47833"/>
                    </a:lnTo>
                    <a:cubicBezTo>
                      <a:pt x="32254" y="52171"/>
                      <a:pt x="25220" y="52171"/>
                      <a:pt x="20880" y="47833"/>
                    </a:cubicBezTo>
                    <a:lnTo>
                      <a:pt x="4211" y="31164"/>
                    </a:lnTo>
                    <a:cubicBezTo>
                      <a:pt x="0" y="26803"/>
                      <a:pt x="60" y="19873"/>
                      <a:pt x="4347" y="15586"/>
                    </a:cubicBezTo>
                    <a:cubicBezTo>
                      <a:pt x="8633" y="11300"/>
                      <a:pt x="15564" y="11239"/>
                      <a:pt x="19924" y="15451"/>
                    </a:cubicBezTo>
                    <a:lnTo>
                      <a:pt x="28737" y="24263"/>
                    </a:lnTo>
                    <a:lnTo>
                      <a:pt x="48661" y="4338"/>
                    </a:lnTo>
                    <a:cubicBezTo>
                      <a:pt x="53001" y="0"/>
                      <a:pt x="60035" y="0"/>
                      <a:pt x="64375" y="4338"/>
                    </a:cubicBezTo>
                  </a:path>
                </a:pathLst>
              </a:custGeom>
              <a:solidFill>
                <a:schemeClr val="accent1"/>
              </a:solidFill>
              <a:ln>
                <a:noFill/>
              </a:ln>
            </p:spPr>
          </p:sp>
          <p:sp>
            <p:nvSpPr>
              <p:cNvPr id="34" name="Freeform 34"/>
              <p:cNvSpPr/>
              <p:nvPr/>
            </p:nvSpPr>
            <p:spPr>
              <a:xfrm>
                <a:off x="1665126" y="3723987"/>
                <a:ext cx="68713" cy="52171"/>
              </a:xfrm>
              <a:custGeom>
                <a:avLst/>
                <a:gdLst/>
                <a:ahLst/>
                <a:cxnLst/>
                <a:rect l="l" t="t" r="r" b="b"/>
                <a:pathLst>
                  <a:path w="68713" h="52171">
                    <a:moveTo>
                      <a:pt x="64375" y="4338"/>
                    </a:moveTo>
                    <a:cubicBezTo>
                      <a:pt x="68713" y="8678"/>
                      <a:pt x="68713" y="15712"/>
                      <a:pt x="64375" y="20051"/>
                    </a:cubicBezTo>
                    <a:lnTo>
                      <a:pt x="36593" y="47833"/>
                    </a:lnTo>
                    <a:cubicBezTo>
                      <a:pt x="32254" y="52171"/>
                      <a:pt x="25220" y="52171"/>
                      <a:pt x="20880" y="47833"/>
                    </a:cubicBezTo>
                    <a:lnTo>
                      <a:pt x="4211" y="31164"/>
                    </a:lnTo>
                    <a:cubicBezTo>
                      <a:pt x="0" y="26803"/>
                      <a:pt x="60" y="19873"/>
                      <a:pt x="4347" y="15586"/>
                    </a:cubicBezTo>
                    <a:cubicBezTo>
                      <a:pt x="8633" y="11300"/>
                      <a:pt x="15564" y="11239"/>
                      <a:pt x="19924" y="15451"/>
                    </a:cubicBezTo>
                    <a:lnTo>
                      <a:pt x="28737" y="24263"/>
                    </a:lnTo>
                    <a:lnTo>
                      <a:pt x="48661" y="4338"/>
                    </a:lnTo>
                    <a:cubicBezTo>
                      <a:pt x="53001" y="0"/>
                      <a:pt x="60035" y="0"/>
                      <a:pt x="64375" y="4338"/>
                    </a:cubicBezTo>
                  </a:path>
                </a:pathLst>
              </a:custGeom>
              <a:solidFill>
                <a:schemeClr val="accent1"/>
              </a:solidFill>
              <a:ln>
                <a:noFill/>
              </a:ln>
            </p:spPr>
          </p:sp>
          <p:sp>
            <p:nvSpPr>
              <p:cNvPr id="35" name="Freeform 35"/>
              <p:cNvSpPr/>
              <p:nvPr/>
            </p:nvSpPr>
            <p:spPr>
              <a:xfrm>
                <a:off x="1665126" y="3790662"/>
                <a:ext cx="68713" cy="52171"/>
              </a:xfrm>
              <a:custGeom>
                <a:avLst/>
                <a:gdLst/>
                <a:ahLst/>
                <a:cxnLst/>
                <a:rect l="l" t="t" r="r" b="b"/>
                <a:pathLst>
                  <a:path w="68713" h="52171">
                    <a:moveTo>
                      <a:pt x="64375" y="4338"/>
                    </a:moveTo>
                    <a:cubicBezTo>
                      <a:pt x="68713" y="8678"/>
                      <a:pt x="68713" y="15712"/>
                      <a:pt x="64375" y="20051"/>
                    </a:cubicBezTo>
                    <a:lnTo>
                      <a:pt x="36593" y="47833"/>
                    </a:lnTo>
                    <a:cubicBezTo>
                      <a:pt x="32254" y="52171"/>
                      <a:pt x="25220" y="52171"/>
                      <a:pt x="20880" y="47833"/>
                    </a:cubicBezTo>
                    <a:lnTo>
                      <a:pt x="4211" y="31164"/>
                    </a:lnTo>
                    <a:cubicBezTo>
                      <a:pt x="0" y="26803"/>
                      <a:pt x="60" y="19873"/>
                      <a:pt x="4347" y="15586"/>
                    </a:cubicBezTo>
                    <a:cubicBezTo>
                      <a:pt x="8633" y="11300"/>
                      <a:pt x="15564" y="11239"/>
                      <a:pt x="19924" y="15451"/>
                    </a:cubicBezTo>
                    <a:lnTo>
                      <a:pt x="28737" y="24263"/>
                    </a:lnTo>
                    <a:lnTo>
                      <a:pt x="48661" y="4338"/>
                    </a:lnTo>
                    <a:cubicBezTo>
                      <a:pt x="53001" y="0"/>
                      <a:pt x="60035" y="0"/>
                      <a:pt x="64375" y="4338"/>
                    </a:cubicBezTo>
                  </a:path>
                </a:pathLst>
              </a:custGeom>
              <a:solidFill>
                <a:schemeClr val="accent1"/>
              </a:solidFill>
              <a:ln>
                <a:noFill/>
              </a:ln>
            </p:spPr>
          </p:sp>
          <p:sp>
            <p:nvSpPr>
              <p:cNvPr id="36" name="Freeform 36"/>
              <p:cNvSpPr/>
              <p:nvPr/>
            </p:nvSpPr>
            <p:spPr>
              <a:xfrm>
                <a:off x="1749425" y="3675063"/>
                <a:ext cx="122238" cy="22225"/>
              </a:xfrm>
              <a:custGeom>
                <a:avLst/>
                <a:gdLst/>
                <a:ahLst/>
                <a:cxnLst/>
                <a:rect l="l" t="t" r="r" b="b"/>
                <a:pathLst>
                  <a:path w="122238" h="22225">
                    <a:moveTo>
                      <a:pt x="122238" y="11113"/>
                    </a:moveTo>
                    <a:cubicBezTo>
                      <a:pt x="122238" y="17250"/>
                      <a:pt x="117263" y="22225"/>
                      <a:pt x="111125" y="22225"/>
                    </a:cubicBezTo>
                    <a:lnTo>
                      <a:pt x="11113" y="22225"/>
                    </a:lnTo>
                    <a:cubicBezTo>
                      <a:pt x="4975" y="22225"/>
                      <a:pt x="0" y="17250"/>
                      <a:pt x="0" y="11113"/>
                    </a:cubicBezTo>
                    <a:cubicBezTo>
                      <a:pt x="0" y="4975"/>
                      <a:pt x="4975" y="0"/>
                      <a:pt x="11113" y="0"/>
                    </a:cubicBezTo>
                    <a:lnTo>
                      <a:pt x="111125" y="0"/>
                    </a:lnTo>
                    <a:cubicBezTo>
                      <a:pt x="117263" y="0"/>
                      <a:pt x="122238" y="4975"/>
                      <a:pt x="122238" y="11113"/>
                    </a:cubicBezTo>
                  </a:path>
                </a:pathLst>
              </a:custGeom>
              <a:solidFill>
                <a:schemeClr val="accent1"/>
              </a:solidFill>
              <a:ln>
                <a:noFill/>
              </a:ln>
            </p:spPr>
          </p:sp>
          <p:sp>
            <p:nvSpPr>
              <p:cNvPr id="37" name="Freeform 37"/>
              <p:cNvSpPr/>
              <p:nvPr/>
            </p:nvSpPr>
            <p:spPr>
              <a:xfrm>
                <a:off x="1749425" y="3741738"/>
                <a:ext cx="122238" cy="22225"/>
              </a:xfrm>
              <a:custGeom>
                <a:avLst/>
                <a:gdLst/>
                <a:ahLst/>
                <a:cxnLst/>
                <a:rect l="l" t="t" r="r" b="b"/>
                <a:pathLst>
                  <a:path w="122238" h="22225">
                    <a:moveTo>
                      <a:pt x="122238" y="11113"/>
                    </a:moveTo>
                    <a:cubicBezTo>
                      <a:pt x="122238" y="17250"/>
                      <a:pt x="117263" y="22225"/>
                      <a:pt x="111125" y="22225"/>
                    </a:cubicBezTo>
                    <a:lnTo>
                      <a:pt x="11113" y="22225"/>
                    </a:lnTo>
                    <a:cubicBezTo>
                      <a:pt x="4975" y="22225"/>
                      <a:pt x="0" y="17250"/>
                      <a:pt x="0" y="11113"/>
                    </a:cubicBezTo>
                    <a:cubicBezTo>
                      <a:pt x="0" y="4975"/>
                      <a:pt x="4975" y="0"/>
                      <a:pt x="11113" y="0"/>
                    </a:cubicBezTo>
                    <a:lnTo>
                      <a:pt x="111125" y="0"/>
                    </a:lnTo>
                    <a:cubicBezTo>
                      <a:pt x="117263" y="0"/>
                      <a:pt x="122238" y="4975"/>
                      <a:pt x="122238" y="11113"/>
                    </a:cubicBezTo>
                  </a:path>
                </a:pathLst>
              </a:custGeom>
              <a:solidFill>
                <a:schemeClr val="accent1"/>
              </a:solidFill>
              <a:ln>
                <a:noFill/>
              </a:ln>
            </p:spPr>
          </p:sp>
          <p:sp>
            <p:nvSpPr>
              <p:cNvPr id="38" name="Freeform 38"/>
              <p:cNvSpPr/>
              <p:nvPr/>
            </p:nvSpPr>
            <p:spPr>
              <a:xfrm>
                <a:off x="1749425" y="3808413"/>
                <a:ext cx="122238" cy="22225"/>
              </a:xfrm>
              <a:custGeom>
                <a:avLst/>
                <a:gdLst/>
                <a:ahLst/>
                <a:cxnLst/>
                <a:rect l="l" t="t" r="r" b="b"/>
                <a:pathLst>
                  <a:path w="122238" h="22225">
                    <a:moveTo>
                      <a:pt x="122238" y="11113"/>
                    </a:moveTo>
                    <a:cubicBezTo>
                      <a:pt x="122238" y="17250"/>
                      <a:pt x="117263" y="22225"/>
                      <a:pt x="111125" y="22225"/>
                    </a:cubicBezTo>
                    <a:lnTo>
                      <a:pt x="11113" y="22225"/>
                    </a:lnTo>
                    <a:cubicBezTo>
                      <a:pt x="4975" y="22225"/>
                      <a:pt x="0" y="17250"/>
                      <a:pt x="0" y="11113"/>
                    </a:cubicBezTo>
                    <a:cubicBezTo>
                      <a:pt x="0" y="4975"/>
                      <a:pt x="4975" y="0"/>
                      <a:pt x="11113" y="0"/>
                    </a:cubicBezTo>
                    <a:lnTo>
                      <a:pt x="111125" y="0"/>
                    </a:lnTo>
                    <a:cubicBezTo>
                      <a:pt x="117263" y="0"/>
                      <a:pt x="122238" y="4975"/>
                      <a:pt x="122238" y="11113"/>
                    </a:cubicBezTo>
                  </a:path>
                </a:pathLst>
              </a:custGeom>
              <a:solidFill>
                <a:schemeClr val="accent1"/>
              </a:solidFill>
              <a:ln>
                <a:noFill/>
              </a:ln>
            </p:spPr>
          </p:sp>
        </p:grpSp>
        <p:sp>
          <p:nvSpPr>
            <p:cNvPr id="40" name="TextBox 40"/>
            <p:cNvSpPr txBox="1"/>
            <p:nvPr/>
          </p:nvSpPr>
          <p:spPr>
            <a:xfrm>
              <a:off x="2029206" y="3482340"/>
              <a:ext cx="3084191" cy="352044"/>
            </a:xfrm>
            <a:prstGeom prst="rect">
              <a:avLst/>
            </a:prstGeom>
            <a:noFill/>
            <a:ln>
              <a:noFill/>
            </a:ln>
          </p:spPr>
          <p:txBody>
            <a:bodyPr wrap="none" lIns="0" tIns="0" rIns="0" bIns="0" anchor="t" anchorCtr="0">
              <a:spAutoFit/>
            </a:bodyPr>
            <a:lstStyle/>
            <a:p>
              <a:pPr algn="l"/>
              <a:r>
                <a:rPr lang="zh-CN" sz="1800" b="1" dirty="0">
                  <a:solidFill>
                    <a:schemeClr val="dk1"/>
                  </a:solidFill>
                  <a:latin typeface="+mn-lt"/>
                  <a:ea typeface="+mn-ea"/>
                  <a:cs typeface="+mn-cs"/>
                </a:rPr>
                <a:t>担当者しか触れないマクロを整理する</a:t>
              </a:r>
            </a:p>
          </p:txBody>
        </p:sp>
        <p:sp>
          <p:nvSpPr>
            <p:cNvPr id="41" name="TextBox 41"/>
            <p:cNvSpPr txBox="1"/>
            <p:nvPr/>
          </p:nvSpPr>
          <p:spPr>
            <a:xfrm>
              <a:off x="2029206" y="3806190"/>
              <a:ext cx="2562606" cy="352044"/>
            </a:xfrm>
            <a:prstGeom prst="rect">
              <a:avLst/>
            </a:prstGeom>
            <a:noFill/>
            <a:ln>
              <a:noFill/>
            </a:ln>
          </p:spPr>
          <p:txBody>
            <a:bodyPr wrap="none" lIns="0" tIns="0" rIns="0" bIns="0" anchor="t" anchorCtr="0">
              <a:spAutoFit/>
            </a:bodyPr>
            <a:lstStyle/>
            <a:p>
              <a:pPr algn="l"/>
              <a:r>
                <a:rPr lang="zh-CN" sz="1800" dirty="0">
                  <a:solidFill>
                    <a:srgbClr val="5B6B7C"/>
                  </a:solidFill>
                  <a:latin typeface="+mn-lt"/>
                  <a:ea typeface="+mn-ea"/>
                  <a:cs typeface="+mn-cs"/>
                </a:rPr>
                <a:t>動きを変えずに読みやすく直す。</a:t>
              </a:r>
            </a:p>
          </p:txBody>
        </p:sp>
        <p:sp>
          <p:nvSpPr>
            <p:cNvPr id="42" name="Rectangle 42"/>
            <p:cNvSpPr/>
            <p:nvPr/>
          </p:nvSpPr>
          <p:spPr>
            <a:xfrm>
              <a:off x="10744200" y="3619500"/>
              <a:ext cx="762000" cy="285750"/>
            </a:xfrm>
            <a:prstGeom prst="roundRect">
              <a:avLst>
                <a:gd name="adj" fmla="val 50000"/>
              </a:avLst>
            </a:prstGeom>
            <a:solidFill>
              <a:schemeClr val="lt1"/>
            </a:solidFill>
            <a:ln w="9525">
              <a:solidFill>
                <a:srgbClr val="CBD5E1"/>
              </a:solidFill>
            </a:ln>
          </p:spPr>
        </p:sp>
        <p:sp>
          <p:nvSpPr>
            <p:cNvPr id="43" name="TextBox 43"/>
            <p:cNvSpPr txBox="1"/>
            <p:nvPr/>
          </p:nvSpPr>
          <p:spPr>
            <a:xfrm>
              <a:off x="10936605" y="3673792"/>
              <a:ext cx="377190" cy="264033"/>
            </a:xfrm>
            <a:prstGeom prst="rect">
              <a:avLst/>
            </a:prstGeom>
            <a:noFill/>
            <a:ln>
              <a:noFill/>
            </a:ln>
          </p:spPr>
          <p:txBody>
            <a:bodyPr wrap="none" lIns="0" tIns="0" rIns="0" bIns="0" anchor="t" anchorCtr="0">
              <a:spAutoFit/>
            </a:bodyPr>
            <a:lstStyle/>
            <a:p>
              <a:pPr algn="ctr"/>
              <a:r>
                <a:rPr lang="zh-CN" sz="1350" dirty="0">
                  <a:solidFill>
                    <a:schemeClr val="accent1"/>
                  </a:solidFill>
                  <a:latin typeface="+mn-lt"/>
                  <a:ea typeface="+mn-ea"/>
                  <a:cs typeface="+mn-cs"/>
                </a:rPr>
                <a:t>改修</a:t>
              </a:r>
            </a:p>
          </p:txBody>
        </p:sp>
      </p:grpSp>
      <p:grpSp>
        <p:nvGrpSpPr>
          <p:cNvPr id="61" name="Group 61"/>
          <p:cNvGrpSpPr/>
          <p:nvPr/>
        </p:nvGrpSpPr>
        <p:grpSpPr>
          <a:xfrm>
            <a:off x="495300" y="4305300"/>
            <a:ext cx="11315700" cy="805434"/>
            <a:chOff x="495300" y="4305300"/>
            <a:chExt cx="11315700" cy="805434"/>
          </a:xfrm>
        </p:grpSpPr>
        <p:sp>
          <p:nvSpPr>
            <p:cNvPr id="45" name="Ellipse 45"/>
            <p:cNvSpPr/>
            <p:nvPr/>
          </p:nvSpPr>
          <p:spPr>
            <a:xfrm>
              <a:off x="495300" y="4438650"/>
              <a:ext cx="533400" cy="533400"/>
            </a:xfrm>
            <a:prstGeom prst="ellipse">
              <a:avLst/>
            </a:prstGeom>
            <a:solidFill>
              <a:schemeClr val="accent1"/>
            </a:solidFill>
            <a:ln>
              <a:noFill/>
            </a:ln>
          </p:spPr>
        </p:sp>
        <p:sp>
          <p:nvSpPr>
            <p:cNvPr id="46" name="TextBox 46"/>
            <p:cNvSpPr txBox="1"/>
            <p:nvPr/>
          </p:nvSpPr>
          <p:spPr>
            <a:xfrm>
              <a:off x="682887" y="4596765"/>
              <a:ext cx="158225" cy="352044"/>
            </a:xfrm>
            <a:prstGeom prst="rect">
              <a:avLst/>
            </a:prstGeom>
            <a:noFill/>
            <a:ln>
              <a:noFill/>
            </a:ln>
          </p:spPr>
          <p:txBody>
            <a:bodyPr wrap="none" lIns="0" tIns="0" rIns="0" bIns="0" anchor="t" anchorCtr="0">
              <a:spAutoFit/>
            </a:bodyPr>
            <a:lstStyle/>
            <a:p>
              <a:pPr algn="ctr"/>
              <a:r>
                <a:rPr lang="en-US" sz="1800" b="1" dirty="0">
                  <a:solidFill>
                    <a:srgbClr val="FFFFFF"/>
                  </a:solidFill>
                  <a:latin typeface="+mn-lt"/>
                  <a:ea typeface="+mn-ea"/>
                  <a:cs typeface="+mn-cs"/>
                </a:rPr>
                <a:t>4</a:t>
              </a:r>
            </a:p>
          </p:txBody>
        </p:sp>
        <p:sp>
          <p:nvSpPr>
            <p:cNvPr id="47" name="Rectangle 47"/>
            <p:cNvSpPr/>
            <p:nvPr/>
          </p:nvSpPr>
          <p:spPr>
            <a:xfrm>
              <a:off x="1333500" y="4305300"/>
              <a:ext cx="10477500" cy="800100"/>
            </a:xfrm>
            <a:prstGeom prst="roundRect">
              <a:avLst>
                <a:gd name="adj" fmla="val 16667"/>
              </a:avLst>
            </a:prstGeom>
            <a:solidFill>
              <a:schemeClr val="accent6"/>
            </a:solidFill>
            <a:ln>
              <a:noFill/>
            </a:ln>
          </p:spPr>
        </p:sp>
        <p:sp>
          <p:nvSpPr>
            <p:cNvPr id="48" name="Rectangle 48"/>
            <p:cNvSpPr/>
            <p:nvPr/>
          </p:nvSpPr>
          <p:spPr>
            <a:xfrm>
              <a:off x="1333500" y="4305300"/>
              <a:ext cx="66675" cy="800100"/>
            </a:xfrm>
            <a:prstGeom prst="roundRect">
              <a:avLst>
                <a:gd name="adj" fmla="val 50000"/>
              </a:avLst>
            </a:prstGeom>
            <a:solidFill>
              <a:schemeClr val="accent3"/>
            </a:solidFill>
            <a:ln>
              <a:noFill/>
            </a:ln>
          </p:spPr>
        </p:sp>
        <p:grpSp>
          <p:nvGrpSpPr>
            <p:cNvPr id="56" name="Group 56"/>
            <p:cNvGrpSpPr/>
            <p:nvPr/>
          </p:nvGrpSpPr>
          <p:grpSpPr>
            <a:xfrm>
              <a:off x="1660212" y="4594225"/>
              <a:ext cx="222877" cy="222251"/>
              <a:chOff x="1660212" y="4594225"/>
              <a:chExt cx="222877" cy="222251"/>
            </a:xfrm>
          </p:grpSpPr>
          <p:sp>
            <p:nvSpPr>
              <p:cNvPr id="49" name="Freeform 49"/>
              <p:cNvSpPr/>
              <p:nvPr/>
            </p:nvSpPr>
            <p:spPr>
              <a:xfrm>
                <a:off x="1660212" y="4694238"/>
                <a:ext cx="33964" cy="22225"/>
              </a:xfrm>
              <a:custGeom>
                <a:avLst/>
                <a:gdLst/>
                <a:ahLst/>
                <a:cxnLst/>
                <a:rect l="l" t="t" r="r" b="b"/>
                <a:pathLst>
                  <a:path w="33964" h="22225">
                    <a:moveTo>
                      <a:pt x="22538" y="0"/>
                    </a:moveTo>
                    <a:cubicBezTo>
                      <a:pt x="28418" y="7"/>
                      <a:pt x="33275" y="4592"/>
                      <a:pt x="33619" y="10461"/>
                    </a:cubicBezTo>
                    <a:cubicBezTo>
                      <a:pt x="33964" y="16331"/>
                      <a:pt x="29677" y="21453"/>
                      <a:pt x="23838" y="22147"/>
                    </a:cubicBezTo>
                    <a:lnTo>
                      <a:pt x="22538" y="22225"/>
                    </a:lnTo>
                    <a:lnTo>
                      <a:pt x="11426" y="22225"/>
                    </a:lnTo>
                    <a:cubicBezTo>
                      <a:pt x="5546" y="22219"/>
                      <a:pt x="689" y="17633"/>
                      <a:pt x="345" y="11764"/>
                    </a:cubicBezTo>
                    <a:cubicBezTo>
                      <a:pt x="0" y="5894"/>
                      <a:pt x="4287" y="772"/>
                      <a:pt x="10126" y="78"/>
                    </a:cubicBezTo>
                    <a:lnTo>
                      <a:pt x="11426" y="0"/>
                    </a:lnTo>
                    <a:lnTo>
                      <a:pt x="22538" y="0"/>
                    </a:lnTo>
                    <a:close/>
                  </a:path>
                </a:pathLst>
              </a:custGeom>
              <a:solidFill>
                <a:schemeClr val="accent3"/>
              </a:solidFill>
              <a:ln>
                <a:noFill/>
              </a:ln>
            </p:spPr>
          </p:sp>
          <p:sp>
            <p:nvSpPr>
              <p:cNvPr id="50" name="Freeform 50"/>
              <p:cNvSpPr/>
              <p:nvPr/>
            </p:nvSpPr>
            <p:spPr>
              <a:xfrm>
                <a:off x="1760538" y="4594225"/>
                <a:ext cx="22225" cy="33651"/>
              </a:xfrm>
              <a:custGeom>
                <a:avLst/>
                <a:gdLst/>
                <a:ahLst/>
                <a:cxnLst/>
                <a:rect l="l" t="t" r="r" b="b"/>
                <a:pathLst>
                  <a:path w="22225" h="33651">
                    <a:moveTo>
                      <a:pt x="11113" y="0"/>
                    </a:moveTo>
                    <a:cubicBezTo>
                      <a:pt x="16746" y="1"/>
                      <a:pt x="21488" y="4217"/>
                      <a:pt x="22147" y="9812"/>
                    </a:cubicBezTo>
                    <a:lnTo>
                      <a:pt x="22225" y="11113"/>
                    </a:lnTo>
                    <a:lnTo>
                      <a:pt x="22225" y="22225"/>
                    </a:lnTo>
                    <a:cubicBezTo>
                      <a:pt x="22219" y="28105"/>
                      <a:pt x="17633" y="32962"/>
                      <a:pt x="11764" y="33306"/>
                    </a:cubicBezTo>
                    <a:cubicBezTo>
                      <a:pt x="5894" y="33651"/>
                      <a:pt x="772" y="29364"/>
                      <a:pt x="78" y="23525"/>
                    </a:cubicBezTo>
                    <a:lnTo>
                      <a:pt x="0" y="22225"/>
                    </a:lnTo>
                    <a:lnTo>
                      <a:pt x="0" y="11113"/>
                    </a:lnTo>
                    <a:cubicBezTo>
                      <a:pt x="0" y="4975"/>
                      <a:pt x="4975" y="0"/>
                      <a:pt x="11113" y="0"/>
                    </a:cubicBezTo>
                    <a:close/>
                  </a:path>
                </a:pathLst>
              </a:custGeom>
              <a:solidFill>
                <a:schemeClr val="accent3"/>
              </a:solidFill>
              <a:ln>
                <a:noFill/>
              </a:ln>
            </p:spPr>
          </p:sp>
          <p:sp>
            <p:nvSpPr>
              <p:cNvPr id="51" name="Freeform 51"/>
              <p:cNvSpPr/>
              <p:nvPr/>
            </p:nvSpPr>
            <p:spPr>
              <a:xfrm>
                <a:off x="1849125" y="4694238"/>
                <a:ext cx="33964" cy="22225"/>
              </a:xfrm>
              <a:custGeom>
                <a:avLst/>
                <a:gdLst/>
                <a:ahLst/>
                <a:cxnLst/>
                <a:rect l="l" t="t" r="r" b="b"/>
                <a:pathLst>
                  <a:path w="33964" h="22225">
                    <a:moveTo>
                      <a:pt x="22538" y="0"/>
                    </a:moveTo>
                    <a:cubicBezTo>
                      <a:pt x="28418" y="7"/>
                      <a:pt x="33275" y="4592"/>
                      <a:pt x="33619" y="10461"/>
                    </a:cubicBezTo>
                    <a:cubicBezTo>
                      <a:pt x="33964" y="16331"/>
                      <a:pt x="29677" y="21453"/>
                      <a:pt x="23838" y="22147"/>
                    </a:cubicBezTo>
                    <a:lnTo>
                      <a:pt x="22538" y="22225"/>
                    </a:lnTo>
                    <a:lnTo>
                      <a:pt x="11426" y="22225"/>
                    </a:lnTo>
                    <a:cubicBezTo>
                      <a:pt x="5546" y="22219"/>
                      <a:pt x="689" y="17633"/>
                      <a:pt x="345" y="11764"/>
                    </a:cubicBezTo>
                    <a:cubicBezTo>
                      <a:pt x="0" y="5894"/>
                      <a:pt x="4287" y="772"/>
                      <a:pt x="10126" y="78"/>
                    </a:cubicBezTo>
                    <a:lnTo>
                      <a:pt x="11426" y="0"/>
                    </a:lnTo>
                    <a:lnTo>
                      <a:pt x="22538" y="0"/>
                    </a:lnTo>
                    <a:close/>
                  </a:path>
                </a:pathLst>
              </a:custGeom>
              <a:solidFill>
                <a:schemeClr val="accent3"/>
              </a:solidFill>
              <a:ln>
                <a:noFill/>
              </a:ln>
            </p:spPr>
          </p:sp>
          <p:sp>
            <p:nvSpPr>
              <p:cNvPr id="52" name="Freeform 52"/>
              <p:cNvSpPr/>
              <p:nvPr/>
            </p:nvSpPr>
            <p:spPr>
              <a:xfrm>
                <a:off x="1688335" y="4622020"/>
                <a:ext cx="32169" cy="32352"/>
              </a:xfrm>
              <a:custGeom>
                <a:avLst/>
                <a:gdLst/>
                <a:ahLst/>
                <a:cxnLst/>
                <a:rect l="l" t="t" r="r" b="b"/>
                <a:pathLst>
                  <a:path w="32169" h="32352">
                    <a:moveTo>
                      <a:pt x="4338" y="4354"/>
                    </a:moveTo>
                    <a:cubicBezTo>
                      <a:pt x="8297" y="395"/>
                      <a:pt x="14583" y="0"/>
                      <a:pt x="19007" y="3432"/>
                    </a:cubicBezTo>
                    <a:lnTo>
                      <a:pt x="20051" y="4354"/>
                    </a:lnTo>
                    <a:lnTo>
                      <a:pt x="27830" y="12133"/>
                    </a:lnTo>
                    <a:cubicBezTo>
                      <a:pt x="31966" y="16283"/>
                      <a:pt x="32169" y="22932"/>
                      <a:pt x="28294" y="27327"/>
                    </a:cubicBezTo>
                    <a:cubicBezTo>
                      <a:pt x="24419" y="31722"/>
                      <a:pt x="17797" y="32352"/>
                      <a:pt x="13161" y="28768"/>
                    </a:cubicBezTo>
                    <a:lnTo>
                      <a:pt x="12117" y="27846"/>
                    </a:lnTo>
                    <a:lnTo>
                      <a:pt x="4338" y="20067"/>
                    </a:lnTo>
                    <a:cubicBezTo>
                      <a:pt x="0" y="15728"/>
                      <a:pt x="0" y="8693"/>
                      <a:pt x="4338" y="4354"/>
                    </a:cubicBezTo>
                    <a:close/>
                  </a:path>
                </a:pathLst>
              </a:custGeom>
              <a:solidFill>
                <a:schemeClr val="accent3"/>
              </a:solidFill>
              <a:ln>
                <a:noFill/>
              </a:ln>
            </p:spPr>
          </p:sp>
          <p:sp>
            <p:nvSpPr>
              <p:cNvPr id="53" name="Freeform 53"/>
              <p:cNvSpPr/>
              <p:nvPr/>
            </p:nvSpPr>
            <p:spPr>
              <a:xfrm>
                <a:off x="1822629" y="4622034"/>
                <a:ext cx="32505" cy="32170"/>
              </a:xfrm>
              <a:custGeom>
                <a:avLst/>
                <a:gdLst/>
                <a:ahLst/>
                <a:cxnLst/>
                <a:rect l="l" t="t" r="r" b="b"/>
                <a:pathLst>
                  <a:path w="32505" h="32170">
                    <a:moveTo>
                      <a:pt x="12285" y="4339"/>
                    </a:moveTo>
                    <a:cubicBezTo>
                      <a:pt x="16436" y="203"/>
                      <a:pt x="23084" y="0"/>
                      <a:pt x="27479" y="3875"/>
                    </a:cubicBezTo>
                    <a:cubicBezTo>
                      <a:pt x="31874" y="7751"/>
                      <a:pt x="32505" y="14372"/>
                      <a:pt x="28921" y="19008"/>
                    </a:cubicBezTo>
                    <a:lnTo>
                      <a:pt x="27998" y="20052"/>
                    </a:lnTo>
                    <a:lnTo>
                      <a:pt x="20220" y="27831"/>
                    </a:lnTo>
                    <a:cubicBezTo>
                      <a:pt x="16069" y="31967"/>
                      <a:pt x="9421" y="32170"/>
                      <a:pt x="5026" y="28295"/>
                    </a:cubicBezTo>
                    <a:cubicBezTo>
                      <a:pt x="631" y="24420"/>
                      <a:pt x="0" y="17798"/>
                      <a:pt x="3584" y="13163"/>
                    </a:cubicBezTo>
                    <a:lnTo>
                      <a:pt x="4507" y="12118"/>
                    </a:lnTo>
                    <a:lnTo>
                      <a:pt x="12285" y="4339"/>
                    </a:lnTo>
                    <a:close/>
                  </a:path>
                </a:pathLst>
              </a:custGeom>
              <a:solidFill>
                <a:schemeClr val="accent3"/>
              </a:solidFill>
              <a:ln>
                <a:noFill/>
              </a:ln>
            </p:spPr>
          </p:sp>
          <p:sp>
            <p:nvSpPr>
              <p:cNvPr id="54" name="Freeform 54"/>
              <p:cNvSpPr/>
              <p:nvPr/>
            </p:nvSpPr>
            <p:spPr>
              <a:xfrm>
                <a:off x="1738313" y="4772026"/>
                <a:ext cx="66675" cy="44450"/>
              </a:xfrm>
              <a:custGeom>
                <a:avLst/>
                <a:gdLst/>
                <a:ahLst/>
                <a:cxnLst/>
                <a:rect l="l" t="t" r="r" b="b"/>
                <a:pathLst>
                  <a:path w="66675" h="44450">
                    <a:moveTo>
                      <a:pt x="55563" y="0"/>
                    </a:moveTo>
                    <a:cubicBezTo>
                      <a:pt x="61700" y="0"/>
                      <a:pt x="66675" y="4975"/>
                      <a:pt x="66675" y="11113"/>
                    </a:cubicBezTo>
                    <a:cubicBezTo>
                      <a:pt x="66675" y="29524"/>
                      <a:pt x="51749" y="44450"/>
                      <a:pt x="33338" y="44450"/>
                    </a:cubicBezTo>
                    <a:cubicBezTo>
                      <a:pt x="14926" y="44450"/>
                      <a:pt x="0" y="29524"/>
                      <a:pt x="0" y="11113"/>
                    </a:cubicBezTo>
                    <a:cubicBezTo>
                      <a:pt x="1" y="5479"/>
                      <a:pt x="4217" y="737"/>
                      <a:pt x="9812" y="78"/>
                    </a:cubicBezTo>
                    <a:lnTo>
                      <a:pt x="11113" y="0"/>
                    </a:lnTo>
                    <a:lnTo>
                      <a:pt x="55563" y="0"/>
                    </a:lnTo>
                    <a:close/>
                  </a:path>
                </a:pathLst>
              </a:custGeom>
              <a:solidFill>
                <a:schemeClr val="accent3"/>
              </a:solidFill>
              <a:ln>
                <a:noFill/>
              </a:ln>
            </p:spPr>
          </p:sp>
          <p:sp>
            <p:nvSpPr>
              <p:cNvPr id="55" name="Freeform 55"/>
              <p:cNvSpPr/>
              <p:nvPr/>
            </p:nvSpPr>
            <p:spPr>
              <a:xfrm>
                <a:off x="1699321" y="4638675"/>
                <a:ext cx="144658" cy="122238"/>
              </a:xfrm>
              <a:custGeom>
                <a:avLst/>
                <a:gdLst/>
                <a:ahLst/>
                <a:cxnLst/>
                <a:rect l="l" t="t" r="r" b="b"/>
                <a:pathLst>
                  <a:path w="144658" h="122238">
                    <a:moveTo>
                      <a:pt x="72329" y="0"/>
                    </a:moveTo>
                    <a:cubicBezTo>
                      <a:pt x="101028" y="0"/>
                      <a:pt x="126507" y="18364"/>
                      <a:pt x="135583" y="45591"/>
                    </a:cubicBezTo>
                    <a:cubicBezTo>
                      <a:pt x="144658" y="72817"/>
                      <a:pt x="135293" y="102796"/>
                      <a:pt x="112334" y="120015"/>
                    </a:cubicBezTo>
                    <a:cubicBezTo>
                      <a:pt x="110803" y="121166"/>
                      <a:pt x="109000" y="121901"/>
                      <a:pt x="107100" y="122149"/>
                    </a:cubicBezTo>
                    <a:lnTo>
                      <a:pt x="105667" y="122238"/>
                    </a:lnTo>
                    <a:lnTo>
                      <a:pt x="38991" y="122238"/>
                    </a:lnTo>
                    <a:cubicBezTo>
                      <a:pt x="36587" y="122238"/>
                      <a:pt x="34247" y="121458"/>
                      <a:pt x="32324" y="120015"/>
                    </a:cubicBezTo>
                    <a:cubicBezTo>
                      <a:pt x="9365" y="102796"/>
                      <a:pt x="0" y="72817"/>
                      <a:pt x="9075" y="45591"/>
                    </a:cubicBezTo>
                    <a:cubicBezTo>
                      <a:pt x="18151" y="18364"/>
                      <a:pt x="43630" y="0"/>
                      <a:pt x="72329" y="0"/>
                    </a:cubicBezTo>
                    <a:close/>
                  </a:path>
                </a:pathLst>
              </a:custGeom>
              <a:solidFill>
                <a:schemeClr val="accent3"/>
              </a:solidFill>
              <a:ln>
                <a:noFill/>
              </a:ln>
            </p:spPr>
          </p:sp>
        </p:grpSp>
        <p:sp>
          <p:nvSpPr>
            <p:cNvPr id="57" name="TextBox 57"/>
            <p:cNvSpPr txBox="1"/>
            <p:nvPr/>
          </p:nvSpPr>
          <p:spPr>
            <a:xfrm>
              <a:off x="2029206" y="4434840"/>
              <a:ext cx="1366777" cy="352044"/>
            </a:xfrm>
            <a:prstGeom prst="rect">
              <a:avLst/>
            </a:prstGeom>
            <a:noFill/>
            <a:ln>
              <a:noFill/>
            </a:ln>
          </p:spPr>
          <p:txBody>
            <a:bodyPr wrap="none" lIns="0" tIns="0" rIns="0" bIns="0" anchor="t" anchorCtr="0">
              <a:spAutoFit/>
            </a:bodyPr>
            <a:lstStyle/>
            <a:p>
              <a:pPr algn="l"/>
              <a:r>
                <a:rPr lang="zh-CN" sz="1800" b="1" dirty="0">
                  <a:solidFill>
                    <a:schemeClr val="dk1"/>
                  </a:solidFill>
                  <a:latin typeface="+mn-lt"/>
                  <a:ea typeface="+mn-ea"/>
                  <a:cs typeface="+mn-cs"/>
                </a:rPr>
                <a:t>どう直すか決める</a:t>
              </a:r>
            </a:p>
          </p:txBody>
        </p:sp>
        <p:sp>
          <p:nvSpPr>
            <p:cNvPr id="58" name="TextBox 58"/>
            <p:cNvSpPr txBox="1"/>
            <p:nvPr/>
          </p:nvSpPr>
          <p:spPr>
            <a:xfrm>
              <a:off x="2029206" y="4758690"/>
              <a:ext cx="5574182" cy="352044"/>
            </a:xfrm>
            <a:prstGeom prst="rect">
              <a:avLst/>
            </a:prstGeom>
            <a:noFill/>
            <a:ln>
              <a:noFill/>
            </a:ln>
          </p:spPr>
          <p:txBody>
            <a:bodyPr wrap="none" lIns="0" tIns="0" rIns="0" bIns="0" anchor="t" anchorCtr="0">
              <a:spAutoFit/>
            </a:bodyPr>
            <a:lstStyle/>
            <a:p>
              <a:pPr algn="l"/>
              <a:r>
                <a:rPr lang="zh-CN" sz="1800" dirty="0">
                  <a:solidFill>
                    <a:srgbClr val="5B6B7C"/>
                  </a:solidFill>
                  <a:latin typeface="+mn-lt"/>
                  <a:ea typeface="+mn-ea"/>
                  <a:cs typeface="+mn-cs"/>
                </a:rPr>
                <a:t>いくつかの質問に答えて、進め方を AI と相談する材料を作る。</a:t>
              </a:r>
            </a:p>
          </p:txBody>
        </p:sp>
        <p:sp>
          <p:nvSpPr>
            <p:cNvPr id="59" name="Rectangle 59"/>
            <p:cNvSpPr/>
            <p:nvPr/>
          </p:nvSpPr>
          <p:spPr>
            <a:xfrm>
              <a:off x="10515600" y="4572000"/>
              <a:ext cx="990600" cy="285750"/>
            </a:xfrm>
            <a:prstGeom prst="roundRect">
              <a:avLst>
                <a:gd name="adj" fmla="val 50000"/>
              </a:avLst>
            </a:prstGeom>
            <a:solidFill>
              <a:schemeClr val="lt1"/>
            </a:solidFill>
            <a:ln w="9525">
              <a:solidFill>
                <a:srgbClr val="CBD5E1"/>
              </a:solidFill>
            </a:ln>
          </p:spPr>
        </p:sp>
        <p:sp>
          <p:nvSpPr>
            <p:cNvPr id="60" name="TextBox 60"/>
            <p:cNvSpPr txBox="1"/>
            <p:nvPr/>
          </p:nvSpPr>
          <p:spPr>
            <a:xfrm>
              <a:off x="10763240" y="4626292"/>
              <a:ext cx="495319" cy="264033"/>
            </a:xfrm>
            <a:prstGeom prst="rect">
              <a:avLst/>
            </a:prstGeom>
            <a:noFill/>
            <a:ln>
              <a:noFill/>
            </a:ln>
          </p:spPr>
          <p:txBody>
            <a:bodyPr wrap="none" lIns="0" tIns="0" rIns="0" bIns="0" anchor="t" anchorCtr="0">
              <a:spAutoFit/>
            </a:bodyPr>
            <a:lstStyle/>
            <a:p>
              <a:pPr algn="ctr"/>
              <a:r>
                <a:rPr lang="zh-CN" sz="1350" dirty="0">
                  <a:solidFill>
                    <a:schemeClr val="accent3"/>
                  </a:solidFill>
                  <a:latin typeface="+mn-lt"/>
                  <a:ea typeface="+mn-ea"/>
                  <a:cs typeface="+mn-cs"/>
                </a:rPr>
                <a:t>聞くだけ</a:t>
              </a:r>
            </a:p>
          </p:txBody>
        </p:sp>
      </p:grpSp>
      <p:grpSp>
        <p:nvGrpSpPr>
          <p:cNvPr id="71" name="Group 71"/>
          <p:cNvGrpSpPr/>
          <p:nvPr/>
        </p:nvGrpSpPr>
        <p:grpSpPr>
          <a:xfrm>
            <a:off x="495300" y="5257800"/>
            <a:ext cx="11315700" cy="805434"/>
            <a:chOff x="495300" y="5257800"/>
            <a:chExt cx="11315700" cy="805434"/>
          </a:xfrm>
        </p:grpSpPr>
        <p:sp>
          <p:nvSpPr>
            <p:cNvPr id="62" name="Ellipse 62"/>
            <p:cNvSpPr/>
            <p:nvPr/>
          </p:nvSpPr>
          <p:spPr>
            <a:xfrm>
              <a:off x="495300" y="5391150"/>
              <a:ext cx="533400" cy="533400"/>
            </a:xfrm>
            <a:prstGeom prst="ellipse">
              <a:avLst/>
            </a:prstGeom>
            <a:solidFill>
              <a:schemeClr val="accent1"/>
            </a:solidFill>
            <a:ln>
              <a:noFill/>
            </a:ln>
          </p:spPr>
        </p:sp>
        <p:sp>
          <p:nvSpPr>
            <p:cNvPr id="63" name="TextBox 63"/>
            <p:cNvSpPr txBox="1"/>
            <p:nvPr/>
          </p:nvSpPr>
          <p:spPr>
            <a:xfrm>
              <a:off x="682887" y="5549265"/>
              <a:ext cx="158225" cy="352044"/>
            </a:xfrm>
            <a:prstGeom prst="rect">
              <a:avLst/>
            </a:prstGeom>
            <a:noFill/>
            <a:ln>
              <a:noFill/>
            </a:ln>
          </p:spPr>
          <p:txBody>
            <a:bodyPr wrap="none" lIns="0" tIns="0" rIns="0" bIns="0" anchor="t" anchorCtr="0">
              <a:spAutoFit/>
            </a:bodyPr>
            <a:lstStyle/>
            <a:p>
              <a:pPr algn="ctr"/>
              <a:r>
                <a:rPr lang="en-US" sz="1800" b="1" dirty="0">
                  <a:solidFill>
                    <a:srgbClr val="FFFFFF"/>
                  </a:solidFill>
                  <a:latin typeface="+mn-lt"/>
                  <a:ea typeface="+mn-ea"/>
                  <a:cs typeface="+mn-cs"/>
                </a:rPr>
                <a:t>5</a:t>
              </a:r>
            </a:p>
          </p:txBody>
        </p:sp>
        <p:sp>
          <p:nvSpPr>
            <p:cNvPr id="64" name="Rectangle 64"/>
            <p:cNvSpPr/>
            <p:nvPr/>
          </p:nvSpPr>
          <p:spPr>
            <a:xfrm>
              <a:off x="1333500" y="5257800"/>
              <a:ext cx="10477500" cy="800100"/>
            </a:xfrm>
            <a:prstGeom prst="roundRect">
              <a:avLst>
                <a:gd name="adj" fmla="val 16667"/>
              </a:avLst>
            </a:prstGeom>
            <a:solidFill>
              <a:schemeClr val="accent6"/>
            </a:solidFill>
            <a:ln>
              <a:noFill/>
            </a:ln>
          </p:spPr>
        </p:sp>
        <p:sp>
          <p:nvSpPr>
            <p:cNvPr id="65" name="Rectangle 65"/>
            <p:cNvSpPr/>
            <p:nvPr/>
          </p:nvSpPr>
          <p:spPr>
            <a:xfrm>
              <a:off x="1333500" y="5257800"/>
              <a:ext cx="66675" cy="800100"/>
            </a:xfrm>
            <a:prstGeom prst="roundRect">
              <a:avLst>
                <a:gd name="adj" fmla="val 50000"/>
              </a:avLst>
            </a:prstGeom>
            <a:solidFill>
              <a:schemeClr val="accent3"/>
            </a:solidFill>
            <a:ln>
              <a:noFill/>
            </a:ln>
          </p:spPr>
        </p:sp>
        <p:sp>
          <p:nvSpPr>
            <p:cNvPr id="66" name="Freeform 66"/>
            <p:cNvSpPr/>
            <p:nvPr/>
          </p:nvSpPr>
          <p:spPr>
            <a:xfrm>
              <a:off x="1660525" y="5546725"/>
              <a:ext cx="222299" cy="223307"/>
            </a:xfrm>
            <a:custGeom>
              <a:avLst/>
              <a:gdLst/>
              <a:ahLst/>
              <a:cxnLst/>
              <a:rect l="l" t="t" r="r" b="b"/>
              <a:pathLst>
                <a:path w="222299" h="223307">
                  <a:moveTo>
                    <a:pt x="111125" y="0"/>
                  </a:moveTo>
                  <a:cubicBezTo>
                    <a:pt x="172500" y="0"/>
                    <a:pt x="222251" y="49751"/>
                    <a:pt x="222251" y="111125"/>
                  </a:cubicBezTo>
                  <a:cubicBezTo>
                    <a:pt x="222299" y="171830"/>
                    <a:pt x="173623" y="221340"/>
                    <a:pt x="112926" y="222324"/>
                  </a:cubicBezTo>
                  <a:cubicBezTo>
                    <a:pt x="52229" y="223307"/>
                    <a:pt x="1974" y="175401"/>
                    <a:pt x="56" y="114726"/>
                  </a:cubicBezTo>
                  <a:lnTo>
                    <a:pt x="0" y="111125"/>
                  </a:lnTo>
                  <a:lnTo>
                    <a:pt x="44" y="108014"/>
                  </a:lnTo>
                  <a:cubicBezTo>
                    <a:pt x="1689" y="48084"/>
                    <a:pt x="50784" y="0"/>
                    <a:pt x="111125" y="0"/>
                  </a:cubicBezTo>
                  <a:close/>
                  <a:moveTo>
                    <a:pt x="111125" y="144463"/>
                  </a:moveTo>
                  <a:cubicBezTo>
                    <a:pt x="105492" y="144464"/>
                    <a:pt x="100750" y="148680"/>
                    <a:pt x="100091" y="154275"/>
                  </a:cubicBezTo>
                  <a:lnTo>
                    <a:pt x="100013" y="155575"/>
                  </a:lnTo>
                  <a:lnTo>
                    <a:pt x="100091" y="156987"/>
                  </a:lnTo>
                  <a:cubicBezTo>
                    <a:pt x="100756" y="162577"/>
                    <a:pt x="105496" y="166787"/>
                    <a:pt x="111125" y="166787"/>
                  </a:cubicBezTo>
                  <a:cubicBezTo>
                    <a:pt x="116755" y="166787"/>
                    <a:pt x="121495" y="162577"/>
                    <a:pt x="122160" y="156987"/>
                  </a:cubicBezTo>
                  <a:lnTo>
                    <a:pt x="122238" y="155687"/>
                  </a:lnTo>
                  <a:lnTo>
                    <a:pt x="122160" y="154275"/>
                  </a:lnTo>
                  <a:cubicBezTo>
                    <a:pt x="121501" y="148680"/>
                    <a:pt x="116759" y="144464"/>
                    <a:pt x="111125" y="144463"/>
                  </a:cubicBezTo>
                  <a:close/>
                  <a:moveTo>
                    <a:pt x="126327" y="70309"/>
                  </a:moveTo>
                  <a:cubicBezTo>
                    <a:pt x="112631" y="63307"/>
                    <a:pt x="95916" y="66658"/>
                    <a:pt x="85978" y="78399"/>
                  </a:cubicBezTo>
                  <a:cubicBezTo>
                    <a:pt x="82157" y="82874"/>
                    <a:pt x="82488" y="89553"/>
                    <a:pt x="86732" y="93629"/>
                  </a:cubicBezTo>
                  <a:cubicBezTo>
                    <a:pt x="90976" y="97705"/>
                    <a:pt x="97662" y="97766"/>
                    <a:pt x="101980" y="93768"/>
                  </a:cubicBezTo>
                  <a:lnTo>
                    <a:pt x="103880" y="91767"/>
                  </a:lnTo>
                  <a:cubicBezTo>
                    <a:pt x="107238" y="88685"/>
                    <a:pt x="112160" y="88020"/>
                    <a:pt x="116215" y="90100"/>
                  </a:cubicBezTo>
                  <a:cubicBezTo>
                    <a:pt x="120598" y="92319"/>
                    <a:pt x="123005" y="97152"/>
                    <a:pt x="122133" y="101987"/>
                  </a:cubicBezTo>
                  <a:cubicBezTo>
                    <a:pt x="121262" y="106822"/>
                    <a:pt x="117319" y="110511"/>
                    <a:pt x="112437" y="111059"/>
                  </a:cubicBezTo>
                  <a:lnTo>
                    <a:pt x="109858" y="111192"/>
                  </a:lnTo>
                  <a:cubicBezTo>
                    <a:pt x="103990" y="111838"/>
                    <a:pt x="99650" y="116960"/>
                    <a:pt x="99978" y="122856"/>
                  </a:cubicBezTo>
                  <a:cubicBezTo>
                    <a:pt x="100307" y="128751"/>
                    <a:pt x="105188" y="133360"/>
                    <a:pt x="111092" y="133350"/>
                  </a:cubicBezTo>
                  <a:cubicBezTo>
                    <a:pt x="126525" y="133397"/>
                    <a:pt x="139972" y="122845"/>
                    <a:pt x="143597" y="107844"/>
                  </a:cubicBezTo>
                  <a:cubicBezTo>
                    <a:pt x="147222" y="92843"/>
                    <a:pt x="140078" y="77315"/>
                    <a:pt x="126327" y="70309"/>
                  </a:cubicBezTo>
                  <a:close/>
                </a:path>
              </a:pathLst>
            </a:custGeom>
            <a:solidFill>
              <a:schemeClr val="accent3"/>
            </a:solidFill>
            <a:ln>
              <a:noFill/>
            </a:ln>
          </p:spPr>
        </p:sp>
        <p:sp>
          <p:nvSpPr>
            <p:cNvPr id="67" name="TextBox 67"/>
            <p:cNvSpPr txBox="1"/>
            <p:nvPr/>
          </p:nvSpPr>
          <p:spPr>
            <a:xfrm>
              <a:off x="2029206" y="5387340"/>
              <a:ext cx="1341333" cy="352044"/>
            </a:xfrm>
            <a:prstGeom prst="rect">
              <a:avLst/>
            </a:prstGeom>
            <a:noFill/>
            <a:ln>
              <a:noFill/>
            </a:ln>
          </p:spPr>
          <p:txBody>
            <a:bodyPr wrap="none" lIns="0" tIns="0" rIns="0" bIns="0" anchor="t" anchorCtr="0">
              <a:spAutoFit/>
            </a:bodyPr>
            <a:lstStyle/>
            <a:p>
              <a:pPr algn="l"/>
              <a:r>
                <a:rPr lang="zh-CN" sz="1800" b="1" dirty="0">
                  <a:solidFill>
                    <a:schemeClr val="dk1"/>
                  </a:solidFill>
                  <a:latin typeface="+mn-lt"/>
                  <a:ea typeface="+mn-ea"/>
                  <a:cs typeface="+mn-cs"/>
                </a:rPr>
                <a:t>中身を知りたい</a:t>
              </a:r>
            </a:p>
          </p:txBody>
        </p:sp>
        <p:sp>
          <p:nvSpPr>
            <p:cNvPr id="68" name="TextBox 68"/>
            <p:cNvSpPr txBox="1"/>
            <p:nvPr/>
          </p:nvSpPr>
          <p:spPr>
            <a:xfrm>
              <a:off x="2029206" y="5711190"/>
              <a:ext cx="2744343" cy="352044"/>
            </a:xfrm>
            <a:prstGeom prst="rect">
              <a:avLst/>
            </a:prstGeom>
            <a:noFill/>
            <a:ln>
              <a:noFill/>
            </a:ln>
          </p:spPr>
          <p:txBody>
            <a:bodyPr wrap="none" lIns="0" tIns="0" rIns="0" bIns="0" anchor="t" anchorCtr="0">
              <a:spAutoFit/>
            </a:bodyPr>
            <a:lstStyle/>
            <a:p>
              <a:pPr algn="l"/>
              <a:r>
                <a:rPr lang="zh-CN" sz="1800" dirty="0">
                  <a:solidFill>
                    <a:srgbClr val="5B6B7C"/>
                  </a:solidFill>
                  <a:latin typeface="+mn-lt"/>
                  <a:ea typeface="+mn-ea"/>
                  <a:cs typeface="+mn-cs"/>
                </a:rPr>
                <a:t>このマクロが何をしているのかを聞く。</a:t>
              </a:r>
            </a:p>
          </p:txBody>
        </p:sp>
        <p:sp>
          <p:nvSpPr>
            <p:cNvPr id="69" name="Rectangle 69"/>
            <p:cNvSpPr/>
            <p:nvPr/>
          </p:nvSpPr>
          <p:spPr>
            <a:xfrm>
              <a:off x="10515600" y="5524500"/>
              <a:ext cx="990600" cy="285750"/>
            </a:xfrm>
            <a:prstGeom prst="roundRect">
              <a:avLst>
                <a:gd name="adj" fmla="val 50000"/>
              </a:avLst>
            </a:prstGeom>
            <a:solidFill>
              <a:schemeClr val="lt1"/>
            </a:solidFill>
            <a:ln w="9525">
              <a:solidFill>
                <a:srgbClr val="CBD5E1"/>
              </a:solidFill>
            </a:ln>
          </p:spPr>
        </p:sp>
        <p:sp>
          <p:nvSpPr>
            <p:cNvPr id="70" name="TextBox 70"/>
            <p:cNvSpPr txBox="1"/>
            <p:nvPr/>
          </p:nvSpPr>
          <p:spPr>
            <a:xfrm>
              <a:off x="10763240" y="5578792"/>
              <a:ext cx="495319" cy="264033"/>
            </a:xfrm>
            <a:prstGeom prst="rect">
              <a:avLst/>
            </a:prstGeom>
            <a:noFill/>
            <a:ln>
              <a:noFill/>
            </a:ln>
          </p:spPr>
          <p:txBody>
            <a:bodyPr wrap="none" lIns="0" tIns="0" rIns="0" bIns="0" anchor="t" anchorCtr="0">
              <a:spAutoFit/>
            </a:bodyPr>
            <a:lstStyle/>
            <a:p>
              <a:pPr algn="ctr"/>
              <a:r>
                <a:rPr lang="zh-CN" sz="1350" dirty="0">
                  <a:solidFill>
                    <a:schemeClr val="accent3"/>
                  </a:solidFill>
                  <a:latin typeface="+mn-lt"/>
                  <a:ea typeface="+mn-ea"/>
                  <a:cs typeface="+mn-cs"/>
                </a:rPr>
                <a:t>聞くだけ</a:t>
              </a:r>
            </a:p>
          </p:txBody>
        </p:sp>
      </p:grpSp>
      <p:grpSp>
        <p:nvGrpSpPr>
          <p:cNvPr id="74" name="Group 74"/>
          <p:cNvGrpSpPr/>
          <p:nvPr/>
        </p:nvGrpSpPr>
        <p:grpSpPr>
          <a:xfrm>
            <a:off x="374904" y="6404610"/>
            <a:ext cx="11442192" cy="234696"/>
            <a:chOff x="374904" y="6404610"/>
            <a:chExt cx="11442192" cy="234696"/>
          </a:xfrm>
        </p:grpSpPr>
        <p:sp>
          <p:nvSpPr>
            <p:cNvPr id="72" name="TextBox 72"/>
            <p:cNvSpPr txBox="1"/>
            <p:nvPr/>
          </p:nvSpPr>
          <p:spPr>
            <a:xfrm>
              <a:off x="374904" y="6404610"/>
              <a:ext cx="1223772" cy="234696"/>
            </a:xfrm>
            <a:prstGeom prst="rect">
              <a:avLst/>
            </a:prstGeom>
            <a:noFill/>
            <a:ln>
              <a:noFill/>
            </a:ln>
          </p:spPr>
          <p:txBody>
            <a:bodyPr wrap="none" lIns="0" tIns="0" rIns="0" bIns="0" anchor="t" anchorCtr="0">
              <a:spAutoFit/>
            </a:bodyPr>
            <a:lstStyle/>
            <a:p>
              <a:pPr algn="l"/>
              <a:r>
                <a:rPr lang="zh-CN" sz="1200" dirty="0">
                  <a:solidFill>
                    <a:srgbClr val="5B6B7C"/>
                  </a:solidFill>
                  <a:latin typeface="+mn-lt"/>
                  <a:ea typeface="+mn-ea"/>
                  <a:cs typeface="+mn-cs"/>
                </a:rPr>
                <a:t>第一部 サービス説明</a:t>
              </a:r>
            </a:p>
          </p:txBody>
        </p:sp>
        <p:sp>
          <p:nvSpPr>
            <p:cNvPr id="73" name="TextBox 73"/>
            <p:cNvSpPr txBox="1"/>
            <p:nvPr/>
          </p:nvSpPr>
          <p:spPr>
            <a:xfrm>
              <a:off x="11627206" y="6404610"/>
              <a:ext cx="189890" cy="234696"/>
            </a:xfrm>
            <a:prstGeom prst="rect">
              <a:avLst/>
            </a:prstGeom>
            <a:noFill/>
            <a:ln>
              <a:noFill/>
            </a:ln>
          </p:spPr>
          <p:txBody>
            <a:bodyPr wrap="none" lIns="0" tIns="0" rIns="0" bIns="0" anchor="t" anchorCtr="0">
              <a:spAutoFit/>
            </a:bodyPr>
            <a:lstStyle/>
            <a:p>
              <a:pPr algn="r"/>
              <a:r>
                <a:rPr lang="en-US" sz="1200" dirty="0">
                  <a:solidFill>
                    <a:srgbClr val="5B6B7C"/>
                  </a:solidFill>
                  <a:latin typeface="+mn-lt"/>
                  <a:ea typeface="+mn-ea"/>
                  <a:cs typeface="+mn-cs"/>
                </a:rPr>
                <a:t>05</a:t>
              </a:r>
            </a:p>
          </p:txBody>
        </p:sp>
      </p:gr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Ellipse 2"/>
          <p:cNvSpPr/>
          <p:nvPr/>
        </p:nvSpPr>
        <p:spPr>
          <a:xfrm>
            <a:off x="9144000" y="-2381250"/>
            <a:ext cx="5524500" cy="5524500"/>
          </a:xfrm>
          <a:prstGeom prst="ellipse">
            <a:avLst/>
          </a:prstGeom>
          <a:solidFill>
            <a:schemeClr val="lt2"/>
          </a:solidFill>
          <a:ln>
            <a:noFill/>
          </a:ln>
        </p:spPr>
      </p:sp>
      <p:grpSp>
        <p:nvGrpSpPr>
          <p:cNvPr id="7" name="Group 7"/>
          <p:cNvGrpSpPr/>
          <p:nvPr/>
        </p:nvGrpSpPr>
        <p:grpSpPr>
          <a:xfrm>
            <a:off x="381000" y="476250"/>
            <a:ext cx="11430000" cy="657225"/>
            <a:chOff x="381000" y="476250"/>
            <a:chExt cx="11430000" cy="657225"/>
          </a:xfrm>
        </p:grpSpPr>
        <p:sp>
          <p:nvSpPr>
            <p:cNvPr id="3" name="Rectangle 3"/>
            <p:cNvSpPr/>
            <p:nvPr/>
          </p:nvSpPr>
          <p:spPr>
            <a:xfrm>
              <a:off x="381000" y="476250"/>
              <a:ext cx="1257300" cy="342900"/>
            </a:xfrm>
            <a:prstGeom prst="roundRect">
              <a:avLst>
                <a:gd name="adj" fmla="val 50000"/>
              </a:avLst>
            </a:prstGeom>
            <a:solidFill>
              <a:schemeClr val="accent1"/>
            </a:solidFill>
            <a:ln>
              <a:noFill/>
            </a:ln>
          </p:spPr>
        </p:sp>
        <p:sp>
          <p:nvSpPr>
            <p:cNvPr id="4" name="TextBox 4"/>
            <p:cNvSpPr txBox="1"/>
            <p:nvPr/>
          </p:nvSpPr>
          <p:spPr>
            <a:xfrm>
              <a:off x="554356" y="568642"/>
              <a:ext cx="910588"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mn-lt"/>
                  <a:ea typeface="+mn-ea"/>
                  <a:cs typeface="+mn-cs"/>
                </a:rPr>
                <a:t>第一部 · 5</a:t>
              </a:r>
            </a:p>
          </p:txBody>
        </p:sp>
        <p:sp>
          <p:nvSpPr>
            <p:cNvPr id="5" name="TextBox 5"/>
            <p:cNvSpPr txBox="1"/>
            <p:nvPr/>
          </p:nvSpPr>
          <p:spPr>
            <a:xfrm>
              <a:off x="1793748" y="479108"/>
              <a:ext cx="3393684" cy="616077"/>
            </a:xfrm>
            <a:prstGeom prst="rect">
              <a:avLst/>
            </a:prstGeom>
            <a:noFill/>
            <a:ln>
              <a:noFill/>
            </a:ln>
          </p:spPr>
          <p:txBody>
            <a:bodyPr wrap="none" lIns="0" tIns="0" rIns="0" bIns="0" anchor="t" anchorCtr="0">
              <a:spAutoFit/>
            </a:bodyPr>
            <a:lstStyle/>
            <a:p>
              <a:pPr algn="l"/>
              <a:r>
                <a:rPr lang="zh-CN" sz="3150" b="1" dirty="0">
                  <a:solidFill>
                    <a:schemeClr val="dk1"/>
                  </a:solidFill>
                  <a:latin typeface="+mn-lt"/>
                  <a:ea typeface="+mn-ea"/>
                  <a:cs typeface="+mn-cs"/>
                </a:rPr>
                <a:t>用意するものは 4 つだけ</a:t>
              </a:r>
            </a:p>
          </p:txBody>
        </p:sp>
        <p:sp>
          <p:nvSpPr>
            <p:cNvPr id="6" name="Line 6"/>
            <p:cNvSpPr/>
            <p:nvPr/>
          </p:nvSpPr>
          <p:spPr>
            <a:xfrm>
              <a:off x="381000" y="1123950"/>
              <a:ext cx="11430000" cy="9525"/>
            </a:xfrm>
            <a:custGeom>
              <a:avLst/>
              <a:gdLst/>
              <a:ahLst/>
              <a:cxnLst/>
              <a:rect l="l" t="t" r="r" b="b"/>
              <a:pathLst>
                <a:path w="11430000" h="9525">
                  <a:moveTo>
                    <a:pt x="0" y="0"/>
                  </a:moveTo>
                  <a:lnTo>
                    <a:pt x="11430000" y="0"/>
                  </a:lnTo>
                </a:path>
              </a:pathLst>
            </a:custGeom>
            <a:noFill/>
            <a:ln w="9525">
              <a:solidFill>
                <a:srgbClr val="E2E8F0"/>
              </a:solidFill>
            </a:ln>
          </p:spPr>
        </p:sp>
      </p:grpSp>
      <p:grpSp>
        <p:nvGrpSpPr>
          <p:cNvPr id="11" name="Group 11"/>
          <p:cNvGrpSpPr/>
          <p:nvPr/>
        </p:nvGrpSpPr>
        <p:grpSpPr>
          <a:xfrm>
            <a:off x="364998" y="1564958"/>
            <a:ext cx="4198538" cy="616077"/>
            <a:chOff x="364998" y="1564958"/>
            <a:chExt cx="4198538" cy="616077"/>
          </a:xfrm>
        </p:grpSpPr>
        <p:sp>
          <p:nvSpPr>
            <p:cNvPr id="8" name="TextBox 8"/>
            <p:cNvSpPr txBox="1"/>
            <p:nvPr/>
          </p:nvSpPr>
          <p:spPr>
            <a:xfrm>
              <a:off x="364998" y="1564958"/>
              <a:ext cx="276895" cy="616077"/>
            </a:xfrm>
            <a:prstGeom prst="rect">
              <a:avLst/>
            </a:prstGeom>
            <a:noFill/>
            <a:ln>
              <a:noFill/>
            </a:ln>
          </p:spPr>
          <p:txBody>
            <a:bodyPr wrap="none" lIns="0" tIns="0" rIns="0" bIns="0" anchor="t" anchorCtr="0">
              <a:spAutoFit/>
            </a:bodyPr>
            <a:lstStyle/>
            <a:p>
              <a:pPr algn="l"/>
              <a:r>
                <a:rPr lang="en-US" sz="3150" b="1" dirty="0">
                  <a:solidFill>
                    <a:srgbClr val="E2E8F0"/>
                  </a:solidFill>
                  <a:latin typeface="+mn-lt"/>
                  <a:ea typeface="+mn-ea"/>
                  <a:cs typeface="+mn-cs"/>
                </a:rPr>
                <a:t>1</a:t>
              </a:r>
            </a:p>
          </p:txBody>
        </p:sp>
        <p:sp>
          <p:nvSpPr>
            <p:cNvPr id="9" name="Freeform 9"/>
            <p:cNvSpPr/>
            <p:nvPr/>
          </p:nvSpPr>
          <p:spPr>
            <a:xfrm>
              <a:off x="1008223" y="1636873"/>
              <a:ext cx="288605" cy="288605"/>
            </a:xfrm>
            <a:custGeom>
              <a:avLst/>
              <a:gdLst/>
              <a:ahLst/>
              <a:cxnLst/>
              <a:rect l="l" t="t" r="r" b="b"/>
              <a:pathLst>
                <a:path w="288605" h="288605">
                  <a:moveTo>
                    <a:pt x="180021" y="37445"/>
                  </a:moveTo>
                  <a:cubicBezTo>
                    <a:pt x="180755" y="40476"/>
                    <a:pt x="182892" y="42974"/>
                    <a:pt x="185772" y="44169"/>
                  </a:cubicBezTo>
                  <a:cubicBezTo>
                    <a:pt x="188652" y="45363"/>
                    <a:pt x="191930" y="45111"/>
                    <a:pt x="194594" y="43490"/>
                  </a:cubicBezTo>
                  <a:cubicBezTo>
                    <a:pt x="227505" y="23452"/>
                    <a:pt x="265166" y="61100"/>
                    <a:pt x="245128" y="94011"/>
                  </a:cubicBezTo>
                  <a:cubicBezTo>
                    <a:pt x="243507" y="96673"/>
                    <a:pt x="243253" y="99949"/>
                    <a:pt x="244445" y="102829"/>
                  </a:cubicBezTo>
                  <a:cubicBezTo>
                    <a:pt x="245637" y="105708"/>
                    <a:pt x="248132" y="107847"/>
                    <a:pt x="251160" y="108584"/>
                  </a:cubicBezTo>
                  <a:cubicBezTo>
                    <a:pt x="288605" y="117666"/>
                    <a:pt x="288605" y="170926"/>
                    <a:pt x="251160" y="180021"/>
                  </a:cubicBezTo>
                  <a:cubicBezTo>
                    <a:pt x="248129" y="180755"/>
                    <a:pt x="245631" y="182892"/>
                    <a:pt x="244436" y="185772"/>
                  </a:cubicBezTo>
                  <a:cubicBezTo>
                    <a:pt x="243242" y="188652"/>
                    <a:pt x="243494" y="191930"/>
                    <a:pt x="245115" y="194594"/>
                  </a:cubicBezTo>
                  <a:cubicBezTo>
                    <a:pt x="265153" y="227505"/>
                    <a:pt x="227505" y="265166"/>
                    <a:pt x="194594" y="245128"/>
                  </a:cubicBezTo>
                  <a:cubicBezTo>
                    <a:pt x="191932" y="243507"/>
                    <a:pt x="188656" y="243253"/>
                    <a:pt x="185776" y="244445"/>
                  </a:cubicBezTo>
                  <a:cubicBezTo>
                    <a:pt x="182897" y="245637"/>
                    <a:pt x="180758" y="248132"/>
                    <a:pt x="180021" y="251160"/>
                  </a:cubicBezTo>
                  <a:cubicBezTo>
                    <a:pt x="170939" y="288605"/>
                    <a:pt x="117679" y="288605"/>
                    <a:pt x="108584" y="251160"/>
                  </a:cubicBezTo>
                  <a:cubicBezTo>
                    <a:pt x="107850" y="248129"/>
                    <a:pt x="105713" y="245631"/>
                    <a:pt x="102833" y="244436"/>
                  </a:cubicBezTo>
                  <a:cubicBezTo>
                    <a:pt x="99953" y="243242"/>
                    <a:pt x="96675" y="243494"/>
                    <a:pt x="94011" y="245115"/>
                  </a:cubicBezTo>
                  <a:cubicBezTo>
                    <a:pt x="61100" y="265153"/>
                    <a:pt x="23439" y="227505"/>
                    <a:pt x="43477" y="194594"/>
                  </a:cubicBezTo>
                  <a:cubicBezTo>
                    <a:pt x="45098" y="191932"/>
                    <a:pt x="45352" y="188656"/>
                    <a:pt x="44160" y="185776"/>
                  </a:cubicBezTo>
                  <a:cubicBezTo>
                    <a:pt x="42968" y="182897"/>
                    <a:pt x="40473" y="180758"/>
                    <a:pt x="37445" y="180021"/>
                  </a:cubicBezTo>
                  <a:cubicBezTo>
                    <a:pt x="0" y="170939"/>
                    <a:pt x="0" y="117679"/>
                    <a:pt x="37445" y="108584"/>
                  </a:cubicBezTo>
                  <a:cubicBezTo>
                    <a:pt x="40476" y="107850"/>
                    <a:pt x="42974" y="105713"/>
                    <a:pt x="44169" y="102833"/>
                  </a:cubicBezTo>
                  <a:cubicBezTo>
                    <a:pt x="45363" y="99953"/>
                    <a:pt x="45111" y="96675"/>
                    <a:pt x="43490" y="94011"/>
                  </a:cubicBezTo>
                  <a:cubicBezTo>
                    <a:pt x="23452" y="61100"/>
                    <a:pt x="61100" y="23439"/>
                    <a:pt x="94011" y="43477"/>
                  </a:cubicBezTo>
                  <a:cubicBezTo>
                    <a:pt x="96671" y="45110"/>
                    <a:pt x="99952" y="45371"/>
                    <a:pt x="102836" y="44177"/>
                  </a:cubicBezTo>
                  <a:cubicBezTo>
                    <a:pt x="105720" y="42984"/>
                    <a:pt x="107857" y="40481"/>
                    <a:pt x="108584" y="37445"/>
                  </a:cubicBezTo>
                  <a:cubicBezTo>
                    <a:pt x="117666" y="0"/>
                    <a:pt x="170926" y="0"/>
                    <a:pt x="180021" y="37445"/>
                  </a:cubicBezTo>
                  <a:close/>
                  <a:moveTo>
                    <a:pt x="144303" y="103821"/>
                  </a:moveTo>
                  <a:cubicBezTo>
                    <a:pt x="121945" y="103821"/>
                    <a:pt x="103821" y="121945"/>
                    <a:pt x="103821" y="144303"/>
                  </a:cubicBezTo>
                  <a:cubicBezTo>
                    <a:pt x="103821" y="166660"/>
                    <a:pt x="121945" y="184784"/>
                    <a:pt x="144303" y="184784"/>
                  </a:cubicBezTo>
                  <a:cubicBezTo>
                    <a:pt x="166660" y="184784"/>
                    <a:pt x="184784" y="166660"/>
                    <a:pt x="184784" y="144303"/>
                  </a:cubicBezTo>
                  <a:cubicBezTo>
                    <a:pt x="184784" y="121945"/>
                    <a:pt x="166660" y="103821"/>
                    <a:pt x="144303" y="103821"/>
                  </a:cubicBezTo>
                </a:path>
              </a:pathLst>
            </a:custGeom>
            <a:solidFill>
              <a:schemeClr val="accent3"/>
            </a:solidFill>
            <a:ln>
              <a:noFill/>
            </a:ln>
          </p:spPr>
        </p:sp>
        <p:sp>
          <p:nvSpPr>
            <p:cNvPr id="10" name="TextBox 10"/>
            <p:cNvSpPr txBox="1"/>
            <p:nvPr/>
          </p:nvSpPr>
          <p:spPr>
            <a:xfrm>
              <a:off x="1493520" y="1662112"/>
              <a:ext cx="3070016" cy="440055"/>
            </a:xfrm>
            <a:prstGeom prst="rect">
              <a:avLst/>
            </a:prstGeom>
            <a:noFill/>
            <a:ln>
              <a:noFill/>
            </a:ln>
          </p:spPr>
          <p:txBody>
            <a:bodyPr wrap="none" lIns="0" tIns="0" rIns="0" bIns="0" anchor="t" anchorCtr="0">
              <a:spAutoFit/>
            </a:bodyPr>
            <a:lstStyle/>
            <a:p>
              <a:pPr algn="l"/>
              <a:r>
                <a:rPr lang="en-US" sz="2250" dirty="0">
                  <a:solidFill>
                    <a:schemeClr val="dk1"/>
                  </a:solidFill>
                  <a:latin typeface="+mn-lt"/>
                  <a:ea typeface="+mn-ea"/>
                  <a:cs typeface="+mn-cs"/>
                </a:rPr>
                <a:t>Windows の PC と Excel</a:t>
              </a:r>
            </a:p>
          </p:txBody>
        </p:sp>
      </p:grpSp>
      <p:grpSp>
        <p:nvGrpSpPr>
          <p:cNvPr id="15" name="Group 15"/>
          <p:cNvGrpSpPr/>
          <p:nvPr/>
        </p:nvGrpSpPr>
        <p:grpSpPr>
          <a:xfrm>
            <a:off x="364998" y="2326958"/>
            <a:ext cx="8523732" cy="918209"/>
            <a:chOff x="364998" y="2326958"/>
            <a:chExt cx="8523732" cy="918209"/>
          </a:xfrm>
        </p:grpSpPr>
        <p:sp>
          <p:nvSpPr>
            <p:cNvPr id="12" name="TextBox 12"/>
            <p:cNvSpPr txBox="1"/>
            <p:nvPr/>
          </p:nvSpPr>
          <p:spPr>
            <a:xfrm>
              <a:off x="364998" y="2326958"/>
              <a:ext cx="276895" cy="616077"/>
            </a:xfrm>
            <a:prstGeom prst="rect">
              <a:avLst/>
            </a:prstGeom>
            <a:noFill/>
            <a:ln>
              <a:noFill/>
            </a:ln>
          </p:spPr>
          <p:txBody>
            <a:bodyPr wrap="none" lIns="0" tIns="0" rIns="0" bIns="0" anchor="t" anchorCtr="0">
              <a:spAutoFit/>
            </a:bodyPr>
            <a:lstStyle/>
            <a:p>
              <a:pPr algn="l"/>
              <a:r>
                <a:rPr lang="en-US" sz="3150" b="1" dirty="0">
                  <a:solidFill>
                    <a:srgbClr val="E2E8F0"/>
                  </a:solidFill>
                  <a:latin typeface="+mn-lt"/>
                  <a:ea typeface="+mn-ea"/>
                  <a:cs typeface="+mn-cs"/>
                </a:rPr>
                <a:t>2</a:t>
              </a:r>
            </a:p>
          </p:txBody>
        </p:sp>
        <p:sp>
          <p:nvSpPr>
            <p:cNvPr id="13" name="Freeform 13"/>
            <p:cNvSpPr/>
            <p:nvPr/>
          </p:nvSpPr>
          <p:spPr>
            <a:xfrm>
              <a:off x="1017588" y="2421731"/>
              <a:ext cx="269876" cy="257013"/>
            </a:xfrm>
            <a:custGeom>
              <a:avLst/>
              <a:gdLst/>
              <a:ahLst/>
              <a:cxnLst/>
              <a:rect l="l" t="t" r="r" b="b"/>
              <a:pathLst>
                <a:path w="269876" h="257013">
                  <a:moveTo>
                    <a:pt x="215901" y="0"/>
                  </a:moveTo>
                  <a:cubicBezTo>
                    <a:pt x="245710" y="0"/>
                    <a:pt x="269876" y="24165"/>
                    <a:pt x="269876" y="53975"/>
                  </a:cubicBezTo>
                  <a:lnTo>
                    <a:pt x="269876" y="161925"/>
                  </a:lnTo>
                  <a:cubicBezTo>
                    <a:pt x="269876" y="191735"/>
                    <a:pt x="245710" y="215901"/>
                    <a:pt x="215901" y="215901"/>
                  </a:cubicBezTo>
                  <a:lnTo>
                    <a:pt x="152156" y="215901"/>
                  </a:lnTo>
                  <a:lnTo>
                    <a:pt x="87898" y="254452"/>
                  </a:lnTo>
                  <a:cubicBezTo>
                    <a:pt x="83966" y="256812"/>
                    <a:pt x="79105" y="257013"/>
                    <a:pt x="74991" y="254986"/>
                  </a:cubicBezTo>
                  <a:cubicBezTo>
                    <a:pt x="70877" y="252960"/>
                    <a:pt x="68075" y="248982"/>
                    <a:pt x="67550" y="244426"/>
                  </a:cubicBezTo>
                  <a:lnTo>
                    <a:pt x="67469" y="242888"/>
                  </a:lnTo>
                  <a:lnTo>
                    <a:pt x="67469" y="215901"/>
                  </a:lnTo>
                  <a:lnTo>
                    <a:pt x="53975" y="215901"/>
                  </a:lnTo>
                  <a:cubicBezTo>
                    <a:pt x="25214" y="215901"/>
                    <a:pt x="1506" y="193349"/>
                    <a:pt x="67" y="164624"/>
                  </a:cubicBezTo>
                  <a:lnTo>
                    <a:pt x="0" y="161925"/>
                  </a:lnTo>
                  <a:lnTo>
                    <a:pt x="0" y="53975"/>
                  </a:lnTo>
                  <a:cubicBezTo>
                    <a:pt x="0" y="24165"/>
                    <a:pt x="24165" y="0"/>
                    <a:pt x="53975" y="0"/>
                  </a:cubicBezTo>
                  <a:close/>
                  <a:moveTo>
                    <a:pt x="178118" y="125303"/>
                  </a:moveTo>
                  <a:cubicBezTo>
                    <a:pt x="172797" y="120087"/>
                    <a:pt x="164255" y="120172"/>
                    <a:pt x="159038" y="125492"/>
                  </a:cubicBezTo>
                  <a:cubicBezTo>
                    <a:pt x="152692" y="131970"/>
                    <a:pt x="144006" y="135621"/>
                    <a:pt x="134938" y="135621"/>
                  </a:cubicBezTo>
                  <a:cubicBezTo>
                    <a:pt x="125870" y="135621"/>
                    <a:pt x="117183" y="131970"/>
                    <a:pt x="110838" y="125492"/>
                  </a:cubicBezTo>
                  <a:cubicBezTo>
                    <a:pt x="105599" y="120299"/>
                    <a:pt x="97160" y="120275"/>
                    <a:pt x="91892" y="125440"/>
                  </a:cubicBezTo>
                  <a:cubicBezTo>
                    <a:pt x="86624" y="130605"/>
                    <a:pt x="86480" y="139042"/>
                    <a:pt x="91569" y="144383"/>
                  </a:cubicBezTo>
                  <a:cubicBezTo>
                    <a:pt x="102990" y="156038"/>
                    <a:pt x="118620" y="162605"/>
                    <a:pt x="134938" y="162605"/>
                  </a:cubicBezTo>
                  <a:cubicBezTo>
                    <a:pt x="151255" y="162605"/>
                    <a:pt x="166886" y="156038"/>
                    <a:pt x="178307" y="144383"/>
                  </a:cubicBezTo>
                  <a:cubicBezTo>
                    <a:pt x="183523" y="139062"/>
                    <a:pt x="183438" y="130520"/>
                    <a:pt x="178118" y="125303"/>
                  </a:cubicBezTo>
                  <a:moveTo>
                    <a:pt x="101338" y="67469"/>
                  </a:moveTo>
                  <a:lnTo>
                    <a:pt x="101203" y="67469"/>
                  </a:lnTo>
                  <a:cubicBezTo>
                    <a:pt x="93751" y="67469"/>
                    <a:pt x="87710" y="73510"/>
                    <a:pt x="87710" y="80963"/>
                  </a:cubicBezTo>
                  <a:cubicBezTo>
                    <a:pt x="87710" y="88415"/>
                    <a:pt x="93751" y="94456"/>
                    <a:pt x="101203" y="94456"/>
                  </a:cubicBezTo>
                  <a:lnTo>
                    <a:pt x="101338" y="94456"/>
                  </a:lnTo>
                  <a:cubicBezTo>
                    <a:pt x="108791" y="94456"/>
                    <a:pt x="114832" y="88415"/>
                    <a:pt x="114832" y="80963"/>
                  </a:cubicBezTo>
                  <a:cubicBezTo>
                    <a:pt x="114832" y="73510"/>
                    <a:pt x="108791" y="67469"/>
                    <a:pt x="101338" y="67469"/>
                  </a:cubicBezTo>
                  <a:moveTo>
                    <a:pt x="168807" y="67469"/>
                  </a:moveTo>
                  <a:lnTo>
                    <a:pt x="168672" y="67469"/>
                  </a:lnTo>
                  <a:cubicBezTo>
                    <a:pt x="161220" y="67469"/>
                    <a:pt x="155178" y="73510"/>
                    <a:pt x="155178" y="80963"/>
                  </a:cubicBezTo>
                  <a:cubicBezTo>
                    <a:pt x="155178" y="88415"/>
                    <a:pt x="161220" y="94456"/>
                    <a:pt x="168672" y="94456"/>
                  </a:cubicBezTo>
                  <a:lnTo>
                    <a:pt x="168807" y="94456"/>
                  </a:lnTo>
                  <a:cubicBezTo>
                    <a:pt x="176260" y="94456"/>
                    <a:pt x="182301" y="88415"/>
                    <a:pt x="182301" y="80963"/>
                  </a:cubicBezTo>
                  <a:cubicBezTo>
                    <a:pt x="182301" y="73510"/>
                    <a:pt x="176260" y="67469"/>
                    <a:pt x="168807" y="67469"/>
                  </a:cubicBezTo>
                </a:path>
              </a:pathLst>
            </a:custGeom>
            <a:solidFill>
              <a:schemeClr val="accent3"/>
            </a:solidFill>
            <a:ln>
              <a:noFill/>
            </a:ln>
          </p:spPr>
        </p:sp>
        <p:sp>
          <p:nvSpPr>
            <p:cNvPr id="14" name="TextBox 14"/>
            <p:cNvSpPr txBox="1"/>
            <p:nvPr/>
          </p:nvSpPr>
          <p:spPr>
            <a:xfrm>
              <a:off x="1493520" y="2424112"/>
              <a:ext cx="7395210" cy="821055"/>
            </a:xfrm>
            <a:prstGeom prst="rect">
              <a:avLst/>
            </a:prstGeom>
            <a:noFill/>
            <a:ln>
              <a:noFill/>
            </a:ln>
          </p:spPr>
          <p:txBody>
            <a:bodyPr wrap="square" lIns="0" tIns="0" rIns="0" bIns="0" anchor="t" anchorCtr="0"/>
            <a:lstStyle/>
            <a:p>
              <a:pPr algn="l">
                <a:lnSpc>
                  <a:spcPts val="3000"/>
                </a:lnSpc>
              </a:pPr>
              <a:r>
                <a:rPr lang="zh-CN" sz="2250" dirty="0">
                  <a:solidFill>
                    <a:schemeClr val="dk1"/>
                  </a:solidFill>
                  <a:latin typeface="+mn-lt"/>
                  <a:ea typeface="+mn-ea"/>
                  <a:cs typeface="+mn-cs"/>
                </a:rPr>
                <a:t>使える AI チャット（Microsoft 365 Copilot Chat など、社内で許可されているもの）</a:t>
              </a:r>
            </a:p>
          </p:txBody>
        </p:sp>
      </p:grpSp>
      <p:grpSp>
        <p:nvGrpSpPr>
          <p:cNvPr id="21" name="Group 21"/>
          <p:cNvGrpSpPr/>
          <p:nvPr/>
        </p:nvGrpSpPr>
        <p:grpSpPr>
          <a:xfrm>
            <a:off x="364998" y="3469958"/>
            <a:ext cx="3589687" cy="616077"/>
            <a:chOff x="364998" y="3469958"/>
            <a:chExt cx="3589687" cy="616077"/>
          </a:xfrm>
        </p:grpSpPr>
        <p:sp>
          <p:nvSpPr>
            <p:cNvPr id="16" name="TextBox 16"/>
            <p:cNvSpPr txBox="1"/>
            <p:nvPr/>
          </p:nvSpPr>
          <p:spPr>
            <a:xfrm>
              <a:off x="364998" y="3469958"/>
              <a:ext cx="276895" cy="616077"/>
            </a:xfrm>
            <a:prstGeom prst="rect">
              <a:avLst/>
            </a:prstGeom>
            <a:noFill/>
            <a:ln>
              <a:noFill/>
            </a:ln>
          </p:spPr>
          <p:txBody>
            <a:bodyPr wrap="none" lIns="0" tIns="0" rIns="0" bIns="0" anchor="t" anchorCtr="0">
              <a:spAutoFit/>
            </a:bodyPr>
            <a:lstStyle/>
            <a:p>
              <a:pPr algn="l"/>
              <a:r>
                <a:rPr lang="en-US" sz="3150" b="1" dirty="0">
                  <a:solidFill>
                    <a:srgbClr val="E2E8F0"/>
                  </a:solidFill>
                  <a:latin typeface="+mn-lt"/>
                  <a:ea typeface="+mn-ea"/>
                  <a:cs typeface="+mn-cs"/>
                </a:rPr>
                <a:t>3</a:t>
              </a:r>
            </a:p>
          </p:txBody>
        </p:sp>
        <p:grpSp>
          <p:nvGrpSpPr>
            <p:cNvPr id="19" name="Group 19"/>
            <p:cNvGrpSpPr/>
            <p:nvPr/>
          </p:nvGrpSpPr>
          <p:grpSpPr>
            <a:xfrm>
              <a:off x="1044574" y="3551238"/>
              <a:ext cx="215903" cy="269877"/>
              <a:chOff x="1044574" y="3551238"/>
              <a:chExt cx="215903" cy="269877"/>
            </a:xfrm>
          </p:grpSpPr>
          <p:sp>
            <p:nvSpPr>
              <p:cNvPr id="17" name="Freeform 17"/>
              <p:cNvSpPr/>
              <p:nvPr/>
            </p:nvSpPr>
            <p:spPr>
              <a:xfrm>
                <a:off x="1044574" y="3551238"/>
                <a:ext cx="215903" cy="269877"/>
              </a:xfrm>
              <a:custGeom>
                <a:avLst/>
                <a:gdLst/>
                <a:ahLst/>
                <a:cxnLst/>
                <a:rect l="l" t="t" r="r" b="b"/>
                <a:pathLst>
                  <a:path w="215903" h="269877">
                    <a:moveTo>
                      <a:pt x="107951" y="0"/>
                    </a:moveTo>
                    <a:lnTo>
                      <a:pt x="109530" y="94"/>
                    </a:lnTo>
                    <a:cubicBezTo>
                      <a:pt x="115730" y="826"/>
                      <a:pt x="120620" y="5715"/>
                      <a:pt x="121351" y="11915"/>
                    </a:cubicBezTo>
                    <a:lnTo>
                      <a:pt x="121445" y="13494"/>
                    </a:lnTo>
                    <a:lnTo>
                      <a:pt x="121445" y="67469"/>
                    </a:lnTo>
                    <a:lnTo>
                      <a:pt x="121513" y="69493"/>
                    </a:lnTo>
                    <a:cubicBezTo>
                      <a:pt x="122510" y="82769"/>
                      <a:pt x="133041" y="93335"/>
                      <a:pt x="146314" y="94376"/>
                    </a:cubicBezTo>
                    <a:lnTo>
                      <a:pt x="148433" y="94456"/>
                    </a:lnTo>
                    <a:lnTo>
                      <a:pt x="202408" y="94456"/>
                    </a:lnTo>
                    <a:lnTo>
                      <a:pt x="203987" y="94551"/>
                    </a:lnTo>
                    <a:cubicBezTo>
                      <a:pt x="210187" y="95282"/>
                      <a:pt x="215076" y="100171"/>
                      <a:pt x="215807" y="106371"/>
                    </a:cubicBezTo>
                    <a:lnTo>
                      <a:pt x="215902" y="107950"/>
                    </a:lnTo>
                    <a:lnTo>
                      <a:pt x="215902" y="229394"/>
                    </a:lnTo>
                    <a:cubicBezTo>
                      <a:pt x="215903" y="250830"/>
                      <a:pt x="199194" y="268551"/>
                      <a:pt x="177795" y="269808"/>
                    </a:cubicBezTo>
                    <a:lnTo>
                      <a:pt x="175420" y="269876"/>
                    </a:lnTo>
                    <a:lnTo>
                      <a:pt x="40483" y="269876"/>
                    </a:lnTo>
                    <a:cubicBezTo>
                      <a:pt x="19047" y="269877"/>
                      <a:pt x="1326" y="253168"/>
                      <a:pt x="69" y="231769"/>
                    </a:cubicBezTo>
                    <a:lnTo>
                      <a:pt x="1" y="229394"/>
                    </a:lnTo>
                    <a:lnTo>
                      <a:pt x="1" y="40481"/>
                    </a:lnTo>
                    <a:cubicBezTo>
                      <a:pt x="0" y="19046"/>
                      <a:pt x="16709" y="1325"/>
                      <a:pt x="38108" y="67"/>
                    </a:cubicBezTo>
                    <a:lnTo>
                      <a:pt x="40483" y="0"/>
                    </a:lnTo>
                    <a:close/>
                    <a:moveTo>
                      <a:pt x="86996" y="149862"/>
                    </a:moveTo>
                    <a:cubicBezTo>
                      <a:pt x="80333" y="146535"/>
                      <a:pt x="72234" y="149234"/>
                      <a:pt x="68900" y="155894"/>
                    </a:cubicBezTo>
                    <a:lnTo>
                      <a:pt x="55407" y="182881"/>
                    </a:lnTo>
                    <a:cubicBezTo>
                      <a:pt x="53509" y="186679"/>
                      <a:pt x="53509" y="191147"/>
                      <a:pt x="55407" y="194945"/>
                    </a:cubicBezTo>
                    <a:lnTo>
                      <a:pt x="68900" y="221932"/>
                    </a:lnTo>
                    <a:cubicBezTo>
                      <a:pt x="72234" y="228592"/>
                      <a:pt x="80333" y="231291"/>
                      <a:pt x="86996" y="227964"/>
                    </a:cubicBezTo>
                    <a:lnTo>
                      <a:pt x="88372" y="227181"/>
                    </a:lnTo>
                    <a:cubicBezTo>
                      <a:pt x="94087" y="223424"/>
                      <a:pt x="96087" y="215985"/>
                      <a:pt x="93027" y="209869"/>
                    </a:cubicBezTo>
                    <a:lnTo>
                      <a:pt x="82556" y="188913"/>
                    </a:lnTo>
                    <a:lnTo>
                      <a:pt x="93027" y="167957"/>
                    </a:lnTo>
                    <a:cubicBezTo>
                      <a:pt x="96355" y="161294"/>
                      <a:pt x="93655" y="153196"/>
                      <a:pt x="86996" y="149862"/>
                    </a:cubicBezTo>
                    <a:moveTo>
                      <a:pt x="147002" y="155894"/>
                    </a:moveTo>
                    <a:cubicBezTo>
                      <a:pt x="143669" y="149234"/>
                      <a:pt x="135570" y="146535"/>
                      <a:pt x="128907" y="149862"/>
                    </a:cubicBezTo>
                    <a:lnTo>
                      <a:pt x="127531" y="150645"/>
                    </a:lnTo>
                    <a:cubicBezTo>
                      <a:pt x="121816" y="154402"/>
                      <a:pt x="119816" y="161840"/>
                      <a:pt x="122876" y="167957"/>
                    </a:cubicBezTo>
                    <a:lnTo>
                      <a:pt x="133320" y="188913"/>
                    </a:lnTo>
                    <a:lnTo>
                      <a:pt x="122862" y="209869"/>
                    </a:lnTo>
                    <a:cubicBezTo>
                      <a:pt x="119805" y="216487"/>
                      <a:pt x="122557" y="224337"/>
                      <a:pt x="129077" y="227597"/>
                    </a:cubicBezTo>
                    <a:cubicBezTo>
                      <a:pt x="135598" y="230857"/>
                      <a:pt x="143529" y="228349"/>
                      <a:pt x="146989" y="221932"/>
                    </a:cubicBezTo>
                    <a:lnTo>
                      <a:pt x="160483" y="194945"/>
                    </a:lnTo>
                    <a:cubicBezTo>
                      <a:pt x="162380" y="191147"/>
                      <a:pt x="162380" y="186679"/>
                      <a:pt x="160483" y="182881"/>
                    </a:cubicBezTo>
                    <a:close/>
                  </a:path>
                </a:pathLst>
              </a:custGeom>
              <a:solidFill>
                <a:schemeClr val="accent3"/>
              </a:solidFill>
              <a:ln>
                <a:noFill/>
              </a:ln>
            </p:spPr>
          </p:sp>
          <p:sp>
            <p:nvSpPr>
              <p:cNvPr id="18" name="Freeform 18"/>
              <p:cNvSpPr/>
              <p:nvPr/>
            </p:nvSpPr>
            <p:spPr>
              <a:xfrm>
                <a:off x="1192993" y="3564718"/>
                <a:ext cx="53989" cy="53989"/>
              </a:xfrm>
              <a:custGeom>
                <a:avLst/>
                <a:gdLst/>
                <a:ahLst/>
                <a:cxnLst/>
                <a:rect l="l" t="t" r="r" b="b"/>
                <a:pathLst>
                  <a:path w="53989" h="53989">
                    <a:moveTo>
                      <a:pt x="53989" y="53989"/>
                    </a:moveTo>
                    <a:lnTo>
                      <a:pt x="13" y="53989"/>
                    </a:lnTo>
                    <a:lnTo>
                      <a:pt x="0" y="0"/>
                    </a:lnTo>
                    <a:close/>
                  </a:path>
                </a:pathLst>
              </a:custGeom>
              <a:solidFill>
                <a:schemeClr val="accent3"/>
              </a:solidFill>
              <a:ln>
                <a:noFill/>
              </a:ln>
            </p:spPr>
          </p:sp>
        </p:grpSp>
        <p:sp>
          <p:nvSpPr>
            <p:cNvPr id="20" name="TextBox 20"/>
            <p:cNvSpPr txBox="1"/>
            <p:nvPr/>
          </p:nvSpPr>
          <p:spPr>
            <a:xfrm>
              <a:off x="1493520" y="3567112"/>
              <a:ext cx="2461165" cy="440055"/>
            </a:xfrm>
            <a:prstGeom prst="rect">
              <a:avLst/>
            </a:prstGeom>
            <a:noFill/>
            <a:ln>
              <a:noFill/>
            </a:ln>
          </p:spPr>
          <p:txBody>
            <a:bodyPr wrap="none" lIns="0" tIns="0" rIns="0" bIns="0" anchor="t" anchorCtr="0">
              <a:spAutoFit/>
            </a:bodyPr>
            <a:lstStyle/>
            <a:p>
              <a:pPr algn="l"/>
              <a:r>
                <a:rPr lang="zh-CN" sz="2250" dirty="0">
                  <a:solidFill>
                    <a:schemeClr val="dk1"/>
                  </a:solidFill>
                  <a:latin typeface="+mn-lt"/>
                  <a:ea typeface="+mn-ea"/>
                  <a:cs typeface="+mn-cs"/>
                </a:rPr>
                <a:t>直したいマクロ入りのブック</a:t>
              </a:r>
            </a:p>
          </p:txBody>
        </p:sp>
      </p:grpSp>
      <p:grpSp>
        <p:nvGrpSpPr>
          <p:cNvPr id="25" name="Group 25"/>
          <p:cNvGrpSpPr/>
          <p:nvPr/>
        </p:nvGrpSpPr>
        <p:grpSpPr>
          <a:xfrm>
            <a:off x="364998" y="4231958"/>
            <a:ext cx="4831556" cy="616077"/>
            <a:chOff x="364998" y="4231958"/>
            <a:chExt cx="4831556" cy="616077"/>
          </a:xfrm>
        </p:grpSpPr>
        <p:sp>
          <p:nvSpPr>
            <p:cNvPr id="22" name="TextBox 22"/>
            <p:cNvSpPr txBox="1"/>
            <p:nvPr/>
          </p:nvSpPr>
          <p:spPr>
            <a:xfrm>
              <a:off x="364998" y="4231958"/>
              <a:ext cx="276895" cy="616077"/>
            </a:xfrm>
            <a:prstGeom prst="rect">
              <a:avLst/>
            </a:prstGeom>
            <a:noFill/>
            <a:ln>
              <a:noFill/>
            </a:ln>
          </p:spPr>
          <p:txBody>
            <a:bodyPr wrap="none" lIns="0" tIns="0" rIns="0" bIns="0" anchor="t" anchorCtr="0">
              <a:spAutoFit/>
            </a:bodyPr>
            <a:lstStyle/>
            <a:p>
              <a:pPr algn="l"/>
              <a:r>
                <a:rPr lang="en-US" sz="3150" b="1" dirty="0">
                  <a:solidFill>
                    <a:srgbClr val="E2E8F0"/>
                  </a:solidFill>
                  <a:latin typeface="+mn-lt"/>
                  <a:ea typeface="+mn-ea"/>
                  <a:cs typeface="+mn-cs"/>
                </a:rPr>
                <a:t>4</a:t>
              </a:r>
            </a:p>
          </p:txBody>
        </p:sp>
        <p:sp>
          <p:nvSpPr>
            <p:cNvPr id="23" name="Freeform 23"/>
            <p:cNvSpPr/>
            <p:nvPr/>
          </p:nvSpPr>
          <p:spPr>
            <a:xfrm>
              <a:off x="1071561" y="4326057"/>
              <a:ext cx="202414" cy="244236"/>
            </a:xfrm>
            <a:custGeom>
              <a:avLst/>
              <a:gdLst/>
              <a:ahLst/>
              <a:cxnLst/>
              <a:rect l="l" t="t" r="r" b="b"/>
              <a:pathLst>
                <a:path w="202414" h="244236">
                  <a:moveTo>
                    <a:pt x="1" y="14168"/>
                  </a:moveTo>
                  <a:lnTo>
                    <a:pt x="1" y="230068"/>
                  </a:lnTo>
                  <a:cubicBezTo>
                    <a:pt x="0" y="234957"/>
                    <a:pt x="2643" y="239464"/>
                    <a:pt x="6911" y="241850"/>
                  </a:cubicBezTo>
                  <a:cubicBezTo>
                    <a:pt x="11178" y="244236"/>
                    <a:pt x="16402" y="244127"/>
                    <a:pt x="20566" y="241565"/>
                  </a:cubicBezTo>
                  <a:lnTo>
                    <a:pt x="195985" y="133615"/>
                  </a:lnTo>
                  <a:cubicBezTo>
                    <a:pt x="199980" y="131160"/>
                    <a:pt x="202414" y="126807"/>
                    <a:pt x="202414" y="122118"/>
                  </a:cubicBezTo>
                  <a:cubicBezTo>
                    <a:pt x="202414" y="117429"/>
                    <a:pt x="199980" y="113076"/>
                    <a:pt x="195985" y="110621"/>
                  </a:cubicBezTo>
                  <a:lnTo>
                    <a:pt x="20566" y="2671"/>
                  </a:lnTo>
                  <a:cubicBezTo>
                    <a:pt x="16402" y="109"/>
                    <a:pt x="11178" y="0"/>
                    <a:pt x="6911" y="2386"/>
                  </a:cubicBezTo>
                  <a:cubicBezTo>
                    <a:pt x="2643" y="4771"/>
                    <a:pt x="0" y="9279"/>
                    <a:pt x="1" y="14168"/>
                  </a:cubicBezTo>
                  <a:close/>
                </a:path>
              </a:pathLst>
            </a:custGeom>
            <a:solidFill>
              <a:schemeClr val="accent3"/>
            </a:solidFill>
            <a:ln>
              <a:noFill/>
            </a:ln>
          </p:spPr>
        </p:sp>
        <p:sp>
          <p:nvSpPr>
            <p:cNvPr id="24" name="TextBox 24"/>
            <p:cNvSpPr txBox="1"/>
            <p:nvPr/>
          </p:nvSpPr>
          <p:spPr>
            <a:xfrm>
              <a:off x="1493520" y="4329112"/>
              <a:ext cx="3703034" cy="440055"/>
            </a:xfrm>
            <a:prstGeom prst="rect">
              <a:avLst/>
            </a:prstGeom>
            <a:noFill/>
            <a:ln>
              <a:noFill/>
            </a:ln>
          </p:spPr>
          <p:txBody>
            <a:bodyPr wrap="none" lIns="0" tIns="0" rIns="0" bIns="0" anchor="t" anchorCtr="0">
              <a:spAutoFit/>
            </a:bodyPr>
            <a:lstStyle/>
            <a:p>
              <a:pPr algn="l"/>
              <a:r>
                <a:rPr lang="en-US" sz="2250" dirty="0">
                  <a:solidFill>
                    <a:schemeClr val="dk1"/>
                  </a:solidFill>
                  <a:latin typeface="Consolas"/>
                  <a:ea typeface="Consolas"/>
                  <a:cs typeface="Consolas"/>
                </a:rPr>
                <a:t>launch.vbs</a:t>
              </a:r>
              <a:r>
                <a:rPr lang="en-US" sz="2250" dirty="0">
                  <a:solidFill>
                    <a:schemeClr val="dk1"/>
                  </a:solidFill>
                  <a:latin typeface="+mn-lt"/>
                  <a:ea typeface="+mn-ea"/>
                  <a:cs typeface="+mn-cs"/>
                </a:rPr>
                <a:t xml:space="preserve"> をダブルクリックするだけ</a:t>
              </a:r>
            </a:p>
          </p:txBody>
        </p:sp>
      </p:grpSp>
      <p:grpSp>
        <p:nvGrpSpPr>
          <p:cNvPr id="29" name="Group 29"/>
          <p:cNvGrpSpPr/>
          <p:nvPr/>
        </p:nvGrpSpPr>
        <p:grpSpPr>
          <a:xfrm>
            <a:off x="381000" y="5257800"/>
            <a:ext cx="11430000" cy="723900"/>
            <a:chOff x="381000" y="5257800"/>
            <a:chExt cx="11430000" cy="723900"/>
          </a:xfrm>
        </p:grpSpPr>
        <p:sp>
          <p:nvSpPr>
            <p:cNvPr id="26" name="Rectangle 26"/>
            <p:cNvSpPr/>
            <p:nvPr/>
          </p:nvSpPr>
          <p:spPr>
            <a:xfrm>
              <a:off x="381000" y="5257800"/>
              <a:ext cx="11430000" cy="723900"/>
            </a:xfrm>
            <a:prstGeom prst="roundRect">
              <a:avLst>
                <a:gd name="adj" fmla="val 18421"/>
              </a:avLst>
            </a:prstGeom>
            <a:solidFill>
              <a:schemeClr val="lt1"/>
            </a:solidFill>
            <a:ln w="19050">
              <a:solidFill>
                <a:srgbClr val="2E7D5B"/>
              </a:solidFill>
            </a:ln>
          </p:spPr>
        </p:sp>
        <p:sp>
          <p:nvSpPr>
            <p:cNvPr id="27" name="Freeform 27"/>
            <p:cNvSpPr/>
            <p:nvPr/>
          </p:nvSpPr>
          <p:spPr>
            <a:xfrm>
              <a:off x="708025" y="5522697"/>
              <a:ext cx="233697" cy="234079"/>
            </a:xfrm>
            <a:custGeom>
              <a:avLst/>
              <a:gdLst/>
              <a:ahLst/>
              <a:cxnLst/>
              <a:rect l="l" t="t" r="r" b="b"/>
              <a:pathLst>
                <a:path w="233697" h="234079">
                  <a:moveTo>
                    <a:pt x="166688" y="19869"/>
                  </a:moveTo>
                  <a:cubicBezTo>
                    <a:pt x="212998" y="46608"/>
                    <a:pt x="233697" y="102539"/>
                    <a:pt x="215950" y="152984"/>
                  </a:cubicBezTo>
                  <a:cubicBezTo>
                    <a:pt x="198203" y="203428"/>
                    <a:pt x="147044" y="234079"/>
                    <a:pt x="94193" y="225932"/>
                  </a:cubicBezTo>
                  <a:cubicBezTo>
                    <a:pt x="41341" y="217785"/>
                    <a:pt x="1788" y="173151"/>
                    <a:pt x="56" y="119704"/>
                  </a:cubicBezTo>
                  <a:lnTo>
                    <a:pt x="0" y="116103"/>
                  </a:lnTo>
                  <a:lnTo>
                    <a:pt x="56" y="112503"/>
                  </a:lnTo>
                  <a:cubicBezTo>
                    <a:pt x="1321" y="73464"/>
                    <a:pt x="22990" y="37956"/>
                    <a:pt x="57128" y="18978"/>
                  </a:cubicBezTo>
                  <a:cubicBezTo>
                    <a:pt x="91267" y="0"/>
                    <a:pt x="132862" y="338"/>
                    <a:pt x="166688" y="19869"/>
                  </a:cubicBezTo>
                  <a:close/>
                  <a:moveTo>
                    <a:pt x="152319" y="86021"/>
                  </a:moveTo>
                  <a:cubicBezTo>
                    <a:pt x="148360" y="82063"/>
                    <a:pt x="142075" y="81668"/>
                    <a:pt x="137651" y="85099"/>
                  </a:cubicBezTo>
                  <a:lnTo>
                    <a:pt x="136606" y="86021"/>
                  </a:lnTo>
                  <a:lnTo>
                    <a:pt x="100013" y="122604"/>
                  </a:lnTo>
                  <a:lnTo>
                    <a:pt x="85644" y="108246"/>
                  </a:lnTo>
                  <a:lnTo>
                    <a:pt x="84600" y="107324"/>
                  </a:lnTo>
                  <a:cubicBezTo>
                    <a:pt x="80176" y="103895"/>
                    <a:pt x="73892" y="104292"/>
                    <a:pt x="69934" y="108249"/>
                  </a:cubicBezTo>
                  <a:cubicBezTo>
                    <a:pt x="65976" y="112207"/>
                    <a:pt x="65580" y="118491"/>
                    <a:pt x="69009" y="122915"/>
                  </a:cubicBezTo>
                  <a:lnTo>
                    <a:pt x="69931" y="123960"/>
                  </a:lnTo>
                  <a:lnTo>
                    <a:pt x="92156" y="146185"/>
                  </a:lnTo>
                  <a:lnTo>
                    <a:pt x="93201" y="147107"/>
                  </a:lnTo>
                  <a:cubicBezTo>
                    <a:pt x="97210" y="150217"/>
                    <a:pt x="102816" y="150217"/>
                    <a:pt x="106825" y="147107"/>
                  </a:cubicBezTo>
                  <a:lnTo>
                    <a:pt x="107869" y="146185"/>
                  </a:lnTo>
                  <a:lnTo>
                    <a:pt x="152319" y="101735"/>
                  </a:lnTo>
                  <a:lnTo>
                    <a:pt x="153242" y="100690"/>
                  </a:lnTo>
                  <a:cubicBezTo>
                    <a:pt x="156673" y="96266"/>
                    <a:pt x="156278" y="89980"/>
                    <a:pt x="152319" y="86021"/>
                  </a:cubicBezTo>
                  <a:close/>
                </a:path>
              </a:pathLst>
            </a:custGeom>
            <a:solidFill>
              <a:srgbClr val="2E7D5B"/>
            </a:solidFill>
            <a:ln>
              <a:noFill/>
            </a:ln>
          </p:spPr>
        </p:sp>
        <p:sp>
          <p:nvSpPr>
            <p:cNvPr id="28" name="TextBox 28"/>
            <p:cNvSpPr txBox="1"/>
            <p:nvPr/>
          </p:nvSpPr>
          <p:spPr>
            <a:xfrm>
              <a:off x="1093470" y="5481638"/>
              <a:ext cx="4809358" cy="440055"/>
            </a:xfrm>
            <a:prstGeom prst="rect">
              <a:avLst/>
            </a:prstGeom>
            <a:noFill/>
            <a:ln>
              <a:noFill/>
            </a:ln>
          </p:spPr>
          <p:txBody>
            <a:bodyPr wrap="none" lIns="0" tIns="0" rIns="0" bIns="0" anchor="t" anchorCtr="0">
              <a:spAutoFit/>
            </a:bodyPr>
            <a:lstStyle/>
            <a:p>
              <a:pPr algn="l"/>
              <a:r>
                <a:rPr lang="zh-CN" sz="2250" b="1" dirty="0">
                  <a:solidFill>
                    <a:schemeClr val="dk1"/>
                  </a:solidFill>
                  <a:latin typeface="+mn-lt"/>
                  <a:ea typeface="+mn-ea"/>
                  <a:cs typeface="+mn-cs"/>
                </a:rPr>
                <a:t>特別な権限やインストール作業は不要です。</a:t>
              </a:r>
            </a:p>
          </p:txBody>
        </p:sp>
      </p:grpSp>
      <p:grpSp>
        <p:nvGrpSpPr>
          <p:cNvPr id="32" name="Group 32"/>
          <p:cNvGrpSpPr/>
          <p:nvPr/>
        </p:nvGrpSpPr>
        <p:grpSpPr>
          <a:xfrm>
            <a:off x="374904" y="6537960"/>
            <a:ext cx="11442192" cy="234696"/>
            <a:chOff x="374904" y="6537960"/>
            <a:chExt cx="11442192" cy="234696"/>
          </a:xfrm>
        </p:grpSpPr>
        <p:sp>
          <p:nvSpPr>
            <p:cNvPr id="30" name="TextBox 30"/>
            <p:cNvSpPr txBox="1"/>
            <p:nvPr/>
          </p:nvSpPr>
          <p:spPr>
            <a:xfrm>
              <a:off x="374904" y="6537960"/>
              <a:ext cx="1223772" cy="234696"/>
            </a:xfrm>
            <a:prstGeom prst="rect">
              <a:avLst/>
            </a:prstGeom>
            <a:noFill/>
            <a:ln>
              <a:noFill/>
            </a:ln>
          </p:spPr>
          <p:txBody>
            <a:bodyPr wrap="none" lIns="0" tIns="0" rIns="0" bIns="0" anchor="t" anchorCtr="0">
              <a:spAutoFit/>
            </a:bodyPr>
            <a:lstStyle/>
            <a:p>
              <a:pPr algn="l"/>
              <a:r>
                <a:rPr lang="zh-CN" sz="1200" dirty="0">
                  <a:solidFill>
                    <a:srgbClr val="5B6B7C"/>
                  </a:solidFill>
                  <a:latin typeface="+mn-lt"/>
                  <a:ea typeface="+mn-ea"/>
                  <a:cs typeface="+mn-cs"/>
                </a:rPr>
                <a:t>第一部 サービス説明</a:t>
              </a:r>
            </a:p>
          </p:txBody>
        </p:sp>
        <p:sp>
          <p:nvSpPr>
            <p:cNvPr id="31" name="TextBox 31"/>
            <p:cNvSpPr txBox="1"/>
            <p:nvPr/>
          </p:nvSpPr>
          <p:spPr>
            <a:xfrm>
              <a:off x="11627206" y="6537960"/>
              <a:ext cx="189890" cy="234696"/>
            </a:xfrm>
            <a:prstGeom prst="rect">
              <a:avLst/>
            </a:prstGeom>
            <a:noFill/>
            <a:ln>
              <a:noFill/>
            </a:ln>
          </p:spPr>
          <p:txBody>
            <a:bodyPr wrap="none" lIns="0" tIns="0" rIns="0" bIns="0" anchor="t" anchorCtr="0">
              <a:spAutoFit/>
            </a:bodyPr>
            <a:lstStyle/>
            <a:p>
              <a:pPr algn="r"/>
              <a:r>
                <a:rPr lang="en-US" sz="1200" dirty="0">
                  <a:solidFill>
                    <a:srgbClr val="5B6B7C"/>
                  </a:solidFill>
                  <a:latin typeface="+mn-lt"/>
                  <a:ea typeface="+mn-ea"/>
                  <a:cs typeface="+mn-cs"/>
                </a:rPr>
                <a:t>06</a:t>
              </a:r>
            </a:p>
          </p:txBody>
        </p:sp>
      </p:gr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Group 6"/>
          <p:cNvGrpSpPr/>
          <p:nvPr/>
        </p:nvGrpSpPr>
        <p:grpSpPr>
          <a:xfrm>
            <a:off x="381000" y="476250"/>
            <a:ext cx="11430000" cy="657225"/>
            <a:chOff x="381000" y="476250"/>
            <a:chExt cx="11430000" cy="657225"/>
          </a:xfrm>
        </p:grpSpPr>
        <p:sp>
          <p:nvSpPr>
            <p:cNvPr id="2" name="Rectangle 2"/>
            <p:cNvSpPr/>
            <p:nvPr/>
          </p:nvSpPr>
          <p:spPr>
            <a:xfrm>
              <a:off x="381000" y="476250"/>
              <a:ext cx="1257300" cy="342900"/>
            </a:xfrm>
            <a:prstGeom prst="roundRect">
              <a:avLst>
                <a:gd name="adj" fmla="val 50000"/>
              </a:avLst>
            </a:prstGeom>
            <a:solidFill>
              <a:schemeClr val="accent1"/>
            </a:solidFill>
            <a:ln>
              <a:noFill/>
            </a:ln>
          </p:spPr>
        </p:sp>
        <p:sp>
          <p:nvSpPr>
            <p:cNvPr id="3" name="TextBox 3"/>
            <p:cNvSpPr txBox="1"/>
            <p:nvPr/>
          </p:nvSpPr>
          <p:spPr>
            <a:xfrm>
              <a:off x="554356" y="568642"/>
              <a:ext cx="910588"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mn-lt"/>
                  <a:ea typeface="+mn-ea"/>
                  <a:cs typeface="+mn-cs"/>
                </a:rPr>
                <a:t>第一部 · 6</a:t>
              </a:r>
            </a:p>
          </p:txBody>
        </p:sp>
        <p:sp>
          <p:nvSpPr>
            <p:cNvPr id="4" name="TextBox 4"/>
            <p:cNvSpPr txBox="1"/>
            <p:nvPr/>
          </p:nvSpPr>
          <p:spPr>
            <a:xfrm>
              <a:off x="1793748" y="479108"/>
              <a:ext cx="2970691" cy="616077"/>
            </a:xfrm>
            <a:prstGeom prst="rect">
              <a:avLst/>
            </a:prstGeom>
            <a:noFill/>
            <a:ln>
              <a:noFill/>
            </a:ln>
          </p:spPr>
          <p:txBody>
            <a:bodyPr wrap="none" lIns="0" tIns="0" rIns="0" bIns="0" anchor="t" anchorCtr="0">
              <a:spAutoFit/>
            </a:bodyPr>
            <a:lstStyle/>
            <a:p>
              <a:pPr algn="l"/>
              <a:r>
                <a:rPr lang="en-US" sz="3150" b="1" dirty="0">
                  <a:solidFill>
                    <a:schemeClr val="dk1"/>
                  </a:solidFill>
                  <a:latin typeface="+mn-lt"/>
                  <a:ea typeface="+mn-ea"/>
                  <a:cs typeface="+mn-cs"/>
                </a:rPr>
                <a:t>このツールがやらないこと</a:t>
              </a:r>
            </a:p>
          </p:txBody>
        </p:sp>
        <p:sp>
          <p:nvSpPr>
            <p:cNvPr id="5" name="Line 5"/>
            <p:cNvSpPr/>
            <p:nvPr/>
          </p:nvSpPr>
          <p:spPr>
            <a:xfrm>
              <a:off x="381000" y="1123950"/>
              <a:ext cx="11430000" cy="9525"/>
            </a:xfrm>
            <a:custGeom>
              <a:avLst/>
              <a:gdLst/>
              <a:ahLst/>
              <a:cxnLst/>
              <a:rect l="l" t="t" r="r" b="b"/>
              <a:pathLst>
                <a:path w="11430000" h="9525">
                  <a:moveTo>
                    <a:pt x="0" y="0"/>
                  </a:moveTo>
                  <a:lnTo>
                    <a:pt x="11430000" y="0"/>
                  </a:lnTo>
                </a:path>
              </a:pathLst>
            </a:custGeom>
            <a:noFill/>
            <a:ln w="9525">
              <a:solidFill>
                <a:srgbClr val="E2E8F0"/>
              </a:solidFill>
            </a:ln>
          </p:spPr>
        </p:sp>
      </p:grpSp>
      <p:grpSp>
        <p:nvGrpSpPr>
          <p:cNvPr id="10" name="Group 10"/>
          <p:cNvGrpSpPr/>
          <p:nvPr/>
        </p:nvGrpSpPr>
        <p:grpSpPr>
          <a:xfrm>
            <a:off x="381000" y="1681162"/>
            <a:ext cx="11430000" cy="440055"/>
            <a:chOff x="381000" y="1681162"/>
            <a:chExt cx="11430000" cy="440055"/>
          </a:xfrm>
        </p:grpSpPr>
        <p:sp>
          <p:nvSpPr>
            <p:cNvPr id="7" name="Freeform 7"/>
            <p:cNvSpPr/>
            <p:nvPr/>
          </p:nvSpPr>
          <p:spPr>
            <a:xfrm>
              <a:off x="404812" y="1694879"/>
              <a:ext cx="250389" cy="250799"/>
            </a:xfrm>
            <a:custGeom>
              <a:avLst/>
              <a:gdLst/>
              <a:ahLst/>
              <a:cxnLst/>
              <a:rect l="l" t="t" r="r" b="b"/>
              <a:pathLst>
                <a:path w="250389" h="250799">
                  <a:moveTo>
                    <a:pt x="178594" y="21288"/>
                  </a:moveTo>
                  <a:cubicBezTo>
                    <a:pt x="228212" y="49937"/>
                    <a:pt x="250389" y="109863"/>
                    <a:pt x="231374" y="163911"/>
                  </a:cubicBezTo>
                  <a:cubicBezTo>
                    <a:pt x="212360" y="217958"/>
                    <a:pt x="157547" y="250799"/>
                    <a:pt x="100920" y="242070"/>
                  </a:cubicBezTo>
                  <a:cubicBezTo>
                    <a:pt x="44294" y="233341"/>
                    <a:pt x="1915" y="185518"/>
                    <a:pt x="60" y="128253"/>
                  </a:cubicBezTo>
                  <a:lnTo>
                    <a:pt x="0" y="124396"/>
                  </a:lnTo>
                  <a:lnTo>
                    <a:pt x="60" y="120538"/>
                  </a:lnTo>
                  <a:cubicBezTo>
                    <a:pt x="1416" y="78711"/>
                    <a:pt x="24632" y="40667"/>
                    <a:pt x="61209" y="20334"/>
                  </a:cubicBezTo>
                  <a:cubicBezTo>
                    <a:pt x="97786" y="0"/>
                    <a:pt x="142352" y="362"/>
                    <a:pt x="178594" y="21288"/>
                  </a:cubicBezTo>
                  <a:close/>
                  <a:moveTo>
                    <a:pt x="101334" y="90344"/>
                  </a:moveTo>
                  <a:cubicBezTo>
                    <a:pt x="96172" y="87271"/>
                    <a:pt x="89530" y="88525"/>
                    <a:pt x="85843" y="93268"/>
                  </a:cubicBezTo>
                  <a:cubicBezTo>
                    <a:pt x="82157" y="98011"/>
                    <a:pt x="82581" y="104757"/>
                    <a:pt x="86832" y="109001"/>
                  </a:cubicBezTo>
                  <a:lnTo>
                    <a:pt x="102215" y="124396"/>
                  </a:lnTo>
                  <a:lnTo>
                    <a:pt x="86832" y="139791"/>
                  </a:lnTo>
                  <a:lnTo>
                    <a:pt x="85844" y="140910"/>
                  </a:lnTo>
                  <a:cubicBezTo>
                    <a:pt x="82004" y="145876"/>
                    <a:pt x="82680" y="152971"/>
                    <a:pt x="87389" y="157123"/>
                  </a:cubicBezTo>
                  <a:cubicBezTo>
                    <a:pt x="92097" y="161275"/>
                    <a:pt x="99221" y="161058"/>
                    <a:pt x="103668" y="156626"/>
                  </a:cubicBezTo>
                  <a:lnTo>
                    <a:pt x="119062" y="141243"/>
                  </a:lnTo>
                  <a:lnTo>
                    <a:pt x="134457" y="156626"/>
                  </a:lnTo>
                  <a:lnTo>
                    <a:pt x="135576" y="157614"/>
                  </a:lnTo>
                  <a:cubicBezTo>
                    <a:pt x="140543" y="161454"/>
                    <a:pt x="147638" y="160779"/>
                    <a:pt x="151790" y="156070"/>
                  </a:cubicBezTo>
                  <a:cubicBezTo>
                    <a:pt x="155942" y="151361"/>
                    <a:pt x="155724" y="144237"/>
                    <a:pt x="151293" y="139791"/>
                  </a:cubicBezTo>
                  <a:lnTo>
                    <a:pt x="135910" y="124396"/>
                  </a:lnTo>
                  <a:lnTo>
                    <a:pt x="151293" y="109001"/>
                  </a:lnTo>
                  <a:lnTo>
                    <a:pt x="152281" y="107882"/>
                  </a:lnTo>
                  <a:cubicBezTo>
                    <a:pt x="156121" y="102915"/>
                    <a:pt x="155445" y="95821"/>
                    <a:pt x="150736" y="91668"/>
                  </a:cubicBezTo>
                  <a:cubicBezTo>
                    <a:pt x="146028" y="87516"/>
                    <a:pt x="138904" y="87734"/>
                    <a:pt x="134457" y="92166"/>
                  </a:cubicBezTo>
                  <a:lnTo>
                    <a:pt x="119062" y="107548"/>
                  </a:lnTo>
                  <a:lnTo>
                    <a:pt x="103668" y="92166"/>
                  </a:lnTo>
                  <a:lnTo>
                    <a:pt x="102549" y="91177"/>
                  </a:lnTo>
                  <a:close/>
                </a:path>
              </a:pathLst>
            </a:custGeom>
            <a:solidFill>
              <a:srgbClr val="CBD5E1"/>
            </a:solidFill>
            <a:ln>
              <a:noFill/>
            </a:ln>
          </p:spPr>
        </p:sp>
        <p:sp>
          <p:nvSpPr>
            <p:cNvPr id="8" name="TextBox 8"/>
            <p:cNvSpPr txBox="1"/>
            <p:nvPr/>
          </p:nvSpPr>
          <p:spPr>
            <a:xfrm>
              <a:off x="864870" y="1681162"/>
              <a:ext cx="5079492" cy="440055"/>
            </a:xfrm>
            <a:prstGeom prst="rect">
              <a:avLst/>
            </a:prstGeom>
            <a:noFill/>
            <a:ln>
              <a:noFill/>
            </a:ln>
          </p:spPr>
          <p:txBody>
            <a:bodyPr wrap="none" lIns="0" tIns="0" rIns="0" bIns="0" anchor="t" anchorCtr="0">
              <a:spAutoFit/>
            </a:bodyPr>
            <a:lstStyle/>
            <a:p>
              <a:pPr algn="l"/>
              <a:r>
                <a:rPr lang="zh-CN" sz="2250" dirty="0">
                  <a:solidFill>
                    <a:schemeClr val="dk1"/>
                  </a:solidFill>
                  <a:latin typeface="+mn-lt"/>
                  <a:ea typeface="+mn-ea"/>
                  <a:cs typeface="+mn-cs"/>
                </a:rPr>
                <a:t>どこをどう直すかを決めること。それは AI に聞く。</a:t>
              </a:r>
            </a:p>
          </p:txBody>
        </p:sp>
        <p:sp>
          <p:nvSpPr>
            <p:cNvPr id="9" name="Line 9"/>
            <p:cNvSpPr/>
            <p:nvPr/>
          </p:nvSpPr>
          <p:spPr>
            <a:xfrm>
              <a:off x="381000" y="2095500"/>
              <a:ext cx="11430000" cy="9525"/>
            </a:xfrm>
            <a:custGeom>
              <a:avLst/>
              <a:gdLst/>
              <a:ahLst/>
              <a:cxnLst/>
              <a:rect l="l" t="t" r="r" b="b"/>
              <a:pathLst>
                <a:path w="11430000" h="9525">
                  <a:moveTo>
                    <a:pt x="0" y="0"/>
                  </a:moveTo>
                  <a:lnTo>
                    <a:pt x="11430000" y="0"/>
                  </a:lnTo>
                </a:path>
              </a:pathLst>
            </a:custGeom>
            <a:noFill/>
            <a:ln w="9525">
              <a:solidFill>
                <a:srgbClr val="E2E8F0"/>
              </a:solidFill>
            </a:ln>
          </p:spPr>
        </p:sp>
      </p:grpSp>
      <p:grpSp>
        <p:nvGrpSpPr>
          <p:cNvPr id="14" name="Group 14"/>
          <p:cNvGrpSpPr/>
          <p:nvPr/>
        </p:nvGrpSpPr>
        <p:grpSpPr>
          <a:xfrm>
            <a:off x="381000" y="2462212"/>
            <a:ext cx="11430000" cy="440055"/>
            <a:chOff x="381000" y="2462212"/>
            <a:chExt cx="11430000" cy="440055"/>
          </a:xfrm>
        </p:grpSpPr>
        <p:sp>
          <p:nvSpPr>
            <p:cNvPr id="11" name="Freeform 11"/>
            <p:cNvSpPr/>
            <p:nvPr/>
          </p:nvSpPr>
          <p:spPr>
            <a:xfrm>
              <a:off x="404812" y="2475929"/>
              <a:ext cx="250389" cy="250799"/>
            </a:xfrm>
            <a:custGeom>
              <a:avLst/>
              <a:gdLst/>
              <a:ahLst/>
              <a:cxnLst/>
              <a:rect l="l" t="t" r="r" b="b"/>
              <a:pathLst>
                <a:path w="250389" h="250799">
                  <a:moveTo>
                    <a:pt x="178594" y="21288"/>
                  </a:moveTo>
                  <a:cubicBezTo>
                    <a:pt x="228212" y="49937"/>
                    <a:pt x="250389" y="109863"/>
                    <a:pt x="231374" y="163911"/>
                  </a:cubicBezTo>
                  <a:cubicBezTo>
                    <a:pt x="212360" y="217958"/>
                    <a:pt x="157547" y="250799"/>
                    <a:pt x="100920" y="242070"/>
                  </a:cubicBezTo>
                  <a:cubicBezTo>
                    <a:pt x="44294" y="233341"/>
                    <a:pt x="1915" y="185518"/>
                    <a:pt x="60" y="128253"/>
                  </a:cubicBezTo>
                  <a:lnTo>
                    <a:pt x="0" y="124396"/>
                  </a:lnTo>
                  <a:lnTo>
                    <a:pt x="60" y="120538"/>
                  </a:lnTo>
                  <a:cubicBezTo>
                    <a:pt x="1416" y="78711"/>
                    <a:pt x="24632" y="40667"/>
                    <a:pt x="61209" y="20334"/>
                  </a:cubicBezTo>
                  <a:cubicBezTo>
                    <a:pt x="97786" y="0"/>
                    <a:pt x="142352" y="362"/>
                    <a:pt x="178594" y="21288"/>
                  </a:cubicBezTo>
                  <a:close/>
                  <a:moveTo>
                    <a:pt x="101334" y="90344"/>
                  </a:moveTo>
                  <a:cubicBezTo>
                    <a:pt x="96172" y="87271"/>
                    <a:pt x="89530" y="88525"/>
                    <a:pt x="85843" y="93268"/>
                  </a:cubicBezTo>
                  <a:cubicBezTo>
                    <a:pt x="82157" y="98011"/>
                    <a:pt x="82581" y="104757"/>
                    <a:pt x="86832" y="109001"/>
                  </a:cubicBezTo>
                  <a:lnTo>
                    <a:pt x="102215" y="124396"/>
                  </a:lnTo>
                  <a:lnTo>
                    <a:pt x="86832" y="139791"/>
                  </a:lnTo>
                  <a:lnTo>
                    <a:pt x="85844" y="140910"/>
                  </a:lnTo>
                  <a:cubicBezTo>
                    <a:pt x="82004" y="145876"/>
                    <a:pt x="82680" y="152971"/>
                    <a:pt x="87389" y="157123"/>
                  </a:cubicBezTo>
                  <a:cubicBezTo>
                    <a:pt x="92097" y="161275"/>
                    <a:pt x="99221" y="161058"/>
                    <a:pt x="103668" y="156626"/>
                  </a:cubicBezTo>
                  <a:lnTo>
                    <a:pt x="119062" y="141243"/>
                  </a:lnTo>
                  <a:lnTo>
                    <a:pt x="134457" y="156626"/>
                  </a:lnTo>
                  <a:lnTo>
                    <a:pt x="135576" y="157614"/>
                  </a:lnTo>
                  <a:cubicBezTo>
                    <a:pt x="140543" y="161454"/>
                    <a:pt x="147638" y="160779"/>
                    <a:pt x="151790" y="156070"/>
                  </a:cubicBezTo>
                  <a:cubicBezTo>
                    <a:pt x="155942" y="151361"/>
                    <a:pt x="155724" y="144237"/>
                    <a:pt x="151293" y="139791"/>
                  </a:cubicBezTo>
                  <a:lnTo>
                    <a:pt x="135910" y="124396"/>
                  </a:lnTo>
                  <a:lnTo>
                    <a:pt x="151293" y="109001"/>
                  </a:lnTo>
                  <a:lnTo>
                    <a:pt x="152281" y="107882"/>
                  </a:lnTo>
                  <a:cubicBezTo>
                    <a:pt x="156121" y="102915"/>
                    <a:pt x="155445" y="95821"/>
                    <a:pt x="150736" y="91668"/>
                  </a:cubicBezTo>
                  <a:cubicBezTo>
                    <a:pt x="146028" y="87516"/>
                    <a:pt x="138904" y="87734"/>
                    <a:pt x="134457" y="92166"/>
                  </a:cubicBezTo>
                  <a:lnTo>
                    <a:pt x="119062" y="107548"/>
                  </a:lnTo>
                  <a:lnTo>
                    <a:pt x="103668" y="92166"/>
                  </a:lnTo>
                  <a:lnTo>
                    <a:pt x="102549" y="91177"/>
                  </a:lnTo>
                  <a:close/>
                </a:path>
              </a:pathLst>
            </a:custGeom>
            <a:solidFill>
              <a:srgbClr val="CBD5E1"/>
            </a:solidFill>
            <a:ln>
              <a:noFill/>
            </a:ln>
          </p:spPr>
        </p:sp>
        <p:sp>
          <p:nvSpPr>
            <p:cNvPr id="12" name="TextBox 12"/>
            <p:cNvSpPr txBox="1"/>
            <p:nvPr/>
          </p:nvSpPr>
          <p:spPr>
            <a:xfrm>
              <a:off x="864870" y="2462212"/>
              <a:ext cx="4914614" cy="440055"/>
            </a:xfrm>
            <a:prstGeom prst="rect">
              <a:avLst/>
            </a:prstGeom>
            <a:noFill/>
            <a:ln>
              <a:noFill/>
            </a:ln>
          </p:spPr>
          <p:txBody>
            <a:bodyPr wrap="none" lIns="0" tIns="0" rIns="0" bIns="0" anchor="t" anchorCtr="0">
              <a:spAutoFit/>
            </a:bodyPr>
            <a:lstStyle/>
            <a:p>
              <a:pPr algn="l"/>
              <a:r>
                <a:rPr lang="zh-CN" sz="2250" dirty="0">
                  <a:solidFill>
                    <a:schemeClr val="dk1"/>
                  </a:solidFill>
                  <a:latin typeface="+mn-lt"/>
                  <a:ea typeface="+mn-ea"/>
                  <a:cs typeface="+mn-cs"/>
                </a:rPr>
                <a:t>元のブックを書き換えること。必ず別名で作る。</a:t>
              </a:r>
            </a:p>
          </p:txBody>
        </p:sp>
        <p:sp>
          <p:nvSpPr>
            <p:cNvPr id="13" name="Line 13"/>
            <p:cNvSpPr/>
            <p:nvPr/>
          </p:nvSpPr>
          <p:spPr>
            <a:xfrm>
              <a:off x="381000" y="2876550"/>
              <a:ext cx="11430000" cy="9525"/>
            </a:xfrm>
            <a:custGeom>
              <a:avLst/>
              <a:gdLst/>
              <a:ahLst/>
              <a:cxnLst/>
              <a:rect l="l" t="t" r="r" b="b"/>
              <a:pathLst>
                <a:path w="11430000" h="9525">
                  <a:moveTo>
                    <a:pt x="0" y="0"/>
                  </a:moveTo>
                  <a:lnTo>
                    <a:pt x="11430000" y="0"/>
                  </a:lnTo>
                </a:path>
              </a:pathLst>
            </a:custGeom>
            <a:noFill/>
            <a:ln w="9525">
              <a:solidFill>
                <a:srgbClr val="E2E8F0"/>
              </a:solidFill>
            </a:ln>
          </p:spPr>
        </p:sp>
      </p:grpSp>
      <p:grpSp>
        <p:nvGrpSpPr>
          <p:cNvPr id="18" name="Group 18"/>
          <p:cNvGrpSpPr/>
          <p:nvPr/>
        </p:nvGrpSpPr>
        <p:grpSpPr>
          <a:xfrm>
            <a:off x="381000" y="3243262"/>
            <a:ext cx="11430000" cy="840105"/>
            <a:chOff x="381000" y="3243262"/>
            <a:chExt cx="11430000" cy="840105"/>
          </a:xfrm>
        </p:grpSpPr>
        <p:sp>
          <p:nvSpPr>
            <p:cNvPr id="15" name="Freeform 15"/>
            <p:cNvSpPr/>
            <p:nvPr/>
          </p:nvSpPr>
          <p:spPr>
            <a:xfrm>
              <a:off x="404812" y="3256979"/>
              <a:ext cx="250389" cy="250799"/>
            </a:xfrm>
            <a:custGeom>
              <a:avLst/>
              <a:gdLst/>
              <a:ahLst/>
              <a:cxnLst/>
              <a:rect l="l" t="t" r="r" b="b"/>
              <a:pathLst>
                <a:path w="250389" h="250799">
                  <a:moveTo>
                    <a:pt x="178594" y="21288"/>
                  </a:moveTo>
                  <a:cubicBezTo>
                    <a:pt x="228212" y="49937"/>
                    <a:pt x="250389" y="109863"/>
                    <a:pt x="231374" y="163911"/>
                  </a:cubicBezTo>
                  <a:cubicBezTo>
                    <a:pt x="212360" y="217958"/>
                    <a:pt x="157547" y="250799"/>
                    <a:pt x="100920" y="242070"/>
                  </a:cubicBezTo>
                  <a:cubicBezTo>
                    <a:pt x="44294" y="233341"/>
                    <a:pt x="1915" y="185518"/>
                    <a:pt x="60" y="128253"/>
                  </a:cubicBezTo>
                  <a:lnTo>
                    <a:pt x="0" y="124396"/>
                  </a:lnTo>
                  <a:lnTo>
                    <a:pt x="60" y="120538"/>
                  </a:lnTo>
                  <a:cubicBezTo>
                    <a:pt x="1416" y="78711"/>
                    <a:pt x="24632" y="40667"/>
                    <a:pt x="61209" y="20334"/>
                  </a:cubicBezTo>
                  <a:cubicBezTo>
                    <a:pt x="97786" y="0"/>
                    <a:pt x="142352" y="362"/>
                    <a:pt x="178594" y="21288"/>
                  </a:cubicBezTo>
                  <a:close/>
                  <a:moveTo>
                    <a:pt x="101334" y="90344"/>
                  </a:moveTo>
                  <a:cubicBezTo>
                    <a:pt x="96172" y="87271"/>
                    <a:pt x="89530" y="88525"/>
                    <a:pt x="85843" y="93268"/>
                  </a:cubicBezTo>
                  <a:cubicBezTo>
                    <a:pt x="82157" y="98011"/>
                    <a:pt x="82581" y="104757"/>
                    <a:pt x="86832" y="109001"/>
                  </a:cubicBezTo>
                  <a:lnTo>
                    <a:pt x="102215" y="124396"/>
                  </a:lnTo>
                  <a:lnTo>
                    <a:pt x="86832" y="139791"/>
                  </a:lnTo>
                  <a:lnTo>
                    <a:pt x="85844" y="140910"/>
                  </a:lnTo>
                  <a:cubicBezTo>
                    <a:pt x="82004" y="145876"/>
                    <a:pt x="82680" y="152971"/>
                    <a:pt x="87389" y="157123"/>
                  </a:cubicBezTo>
                  <a:cubicBezTo>
                    <a:pt x="92097" y="161275"/>
                    <a:pt x="99221" y="161058"/>
                    <a:pt x="103668" y="156626"/>
                  </a:cubicBezTo>
                  <a:lnTo>
                    <a:pt x="119062" y="141243"/>
                  </a:lnTo>
                  <a:lnTo>
                    <a:pt x="134457" y="156626"/>
                  </a:lnTo>
                  <a:lnTo>
                    <a:pt x="135576" y="157614"/>
                  </a:lnTo>
                  <a:cubicBezTo>
                    <a:pt x="140543" y="161454"/>
                    <a:pt x="147638" y="160779"/>
                    <a:pt x="151790" y="156070"/>
                  </a:cubicBezTo>
                  <a:cubicBezTo>
                    <a:pt x="155942" y="151361"/>
                    <a:pt x="155724" y="144237"/>
                    <a:pt x="151293" y="139791"/>
                  </a:cubicBezTo>
                  <a:lnTo>
                    <a:pt x="135910" y="124396"/>
                  </a:lnTo>
                  <a:lnTo>
                    <a:pt x="151293" y="109001"/>
                  </a:lnTo>
                  <a:lnTo>
                    <a:pt x="152281" y="107882"/>
                  </a:lnTo>
                  <a:cubicBezTo>
                    <a:pt x="156121" y="102915"/>
                    <a:pt x="155445" y="95821"/>
                    <a:pt x="150736" y="91668"/>
                  </a:cubicBezTo>
                  <a:cubicBezTo>
                    <a:pt x="146028" y="87516"/>
                    <a:pt x="138904" y="87734"/>
                    <a:pt x="134457" y="92166"/>
                  </a:cubicBezTo>
                  <a:lnTo>
                    <a:pt x="119062" y="107548"/>
                  </a:lnTo>
                  <a:lnTo>
                    <a:pt x="103668" y="92166"/>
                  </a:lnTo>
                  <a:lnTo>
                    <a:pt x="102549" y="91177"/>
                  </a:lnTo>
                  <a:close/>
                </a:path>
              </a:pathLst>
            </a:custGeom>
            <a:solidFill>
              <a:srgbClr val="CBD5E1"/>
            </a:solidFill>
            <a:ln>
              <a:noFill/>
            </a:ln>
          </p:spPr>
        </p:sp>
        <p:sp>
          <p:nvSpPr>
            <p:cNvPr id="16" name="TextBox 16"/>
            <p:cNvSpPr txBox="1"/>
            <p:nvPr/>
          </p:nvSpPr>
          <p:spPr>
            <a:xfrm>
              <a:off x="864870" y="3243262"/>
              <a:ext cx="4894898" cy="840105"/>
            </a:xfrm>
            <a:prstGeom prst="rect">
              <a:avLst/>
            </a:prstGeom>
            <a:noFill/>
            <a:ln>
              <a:noFill/>
            </a:ln>
          </p:spPr>
          <p:txBody>
            <a:bodyPr wrap="square" lIns="0" tIns="0" rIns="0" bIns="0" anchor="t" anchorCtr="0"/>
            <a:lstStyle/>
            <a:p>
              <a:pPr algn="l">
                <a:lnSpc>
                  <a:spcPts val="3150"/>
                </a:lnSpc>
              </a:pPr>
              <a:r>
                <a:rPr lang="zh-CN" sz="2250" dirty="0">
                  <a:solidFill>
                    <a:schemeClr val="dk1"/>
                  </a:solidFill>
                  <a:latin typeface="+mn-lt"/>
                  <a:ea typeface="+mn-ea"/>
                  <a:cs typeface="+mn-cs"/>
                </a:rPr>
                <a:t>マクロを勝手に増やして構造を変えること。増やせる範囲は限ってある（詳しくは第二部）。</a:t>
              </a:r>
            </a:p>
          </p:txBody>
        </p:sp>
        <p:sp>
          <p:nvSpPr>
            <p:cNvPr id="17" name="Line 17"/>
            <p:cNvSpPr/>
            <p:nvPr/>
          </p:nvSpPr>
          <p:spPr>
            <a:xfrm>
              <a:off x="381000" y="4038600"/>
              <a:ext cx="11430000" cy="9525"/>
            </a:xfrm>
            <a:custGeom>
              <a:avLst/>
              <a:gdLst/>
              <a:ahLst/>
              <a:cxnLst/>
              <a:rect l="l" t="t" r="r" b="b"/>
              <a:pathLst>
                <a:path w="11430000" h="9525">
                  <a:moveTo>
                    <a:pt x="0" y="0"/>
                  </a:moveTo>
                  <a:lnTo>
                    <a:pt x="11430000" y="0"/>
                  </a:lnTo>
                </a:path>
              </a:pathLst>
            </a:custGeom>
            <a:noFill/>
            <a:ln w="9525">
              <a:solidFill>
                <a:srgbClr val="E2E8F0"/>
              </a:solidFill>
            </a:ln>
          </p:spPr>
        </p:sp>
      </p:grpSp>
      <p:grpSp>
        <p:nvGrpSpPr>
          <p:cNvPr id="21" name="Group 21"/>
          <p:cNvGrpSpPr/>
          <p:nvPr/>
        </p:nvGrpSpPr>
        <p:grpSpPr>
          <a:xfrm>
            <a:off x="404812" y="4405312"/>
            <a:ext cx="4626293" cy="840105"/>
            <a:chOff x="404812" y="4405312"/>
            <a:chExt cx="4626293" cy="840105"/>
          </a:xfrm>
        </p:grpSpPr>
        <p:sp>
          <p:nvSpPr>
            <p:cNvPr id="19" name="Freeform 19"/>
            <p:cNvSpPr/>
            <p:nvPr/>
          </p:nvSpPr>
          <p:spPr>
            <a:xfrm>
              <a:off x="404812" y="4419029"/>
              <a:ext cx="250389" cy="250799"/>
            </a:xfrm>
            <a:custGeom>
              <a:avLst/>
              <a:gdLst/>
              <a:ahLst/>
              <a:cxnLst/>
              <a:rect l="l" t="t" r="r" b="b"/>
              <a:pathLst>
                <a:path w="250389" h="250799">
                  <a:moveTo>
                    <a:pt x="178594" y="21288"/>
                  </a:moveTo>
                  <a:cubicBezTo>
                    <a:pt x="228212" y="49937"/>
                    <a:pt x="250389" y="109863"/>
                    <a:pt x="231374" y="163911"/>
                  </a:cubicBezTo>
                  <a:cubicBezTo>
                    <a:pt x="212360" y="217958"/>
                    <a:pt x="157547" y="250799"/>
                    <a:pt x="100920" y="242070"/>
                  </a:cubicBezTo>
                  <a:cubicBezTo>
                    <a:pt x="44294" y="233341"/>
                    <a:pt x="1915" y="185518"/>
                    <a:pt x="60" y="128253"/>
                  </a:cubicBezTo>
                  <a:lnTo>
                    <a:pt x="0" y="124396"/>
                  </a:lnTo>
                  <a:lnTo>
                    <a:pt x="60" y="120538"/>
                  </a:lnTo>
                  <a:cubicBezTo>
                    <a:pt x="1416" y="78711"/>
                    <a:pt x="24632" y="40667"/>
                    <a:pt x="61209" y="20334"/>
                  </a:cubicBezTo>
                  <a:cubicBezTo>
                    <a:pt x="97786" y="0"/>
                    <a:pt x="142352" y="362"/>
                    <a:pt x="178594" y="21288"/>
                  </a:cubicBezTo>
                  <a:close/>
                  <a:moveTo>
                    <a:pt x="101334" y="90344"/>
                  </a:moveTo>
                  <a:cubicBezTo>
                    <a:pt x="96172" y="87271"/>
                    <a:pt x="89530" y="88525"/>
                    <a:pt x="85843" y="93268"/>
                  </a:cubicBezTo>
                  <a:cubicBezTo>
                    <a:pt x="82157" y="98011"/>
                    <a:pt x="82581" y="104757"/>
                    <a:pt x="86832" y="109001"/>
                  </a:cubicBezTo>
                  <a:lnTo>
                    <a:pt x="102215" y="124396"/>
                  </a:lnTo>
                  <a:lnTo>
                    <a:pt x="86832" y="139791"/>
                  </a:lnTo>
                  <a:lnTo>
                    <a:pt x="85844" y="140910"/>
                  </a:lnTo>
                  <a:cubicBezTo>
                    <a:pt x="82004" y="145876"/>
                    <a:pt x="82680" y="152971"/>
                    <a:pt x="87389" y="157123"/>
                  </a:cubicBezTo>
                  <a:cubicBezTo>
                    <a:pt x="92097" y="161275"/>
                    <a:pt x="99221" y="161058"/>
                    <a:pt x="103668" y="156626"/>
                  </a:cubicBezTo>
                  <a:lnTo>
                    <a:pt x="119062" y="141243"/>
                  </a:lnTo>
                  <a:lnTo>
                    <a:pt x="134457" y="156626"/>
                  </a:lnTo>
                  <a:lnTo>
                    <a:pt x="135576" y="157614"/>
                  </a:lnTo>
                  <a:cubicBezTo>
                    <a:pt x="140543" y="161454"/>
                    <a:pt x="147638" y="160779"/>
                    <a:pt x="151790" y="156070"/>
                  </a:cubicBezTo>
                  <a:cubicBezTo>
                    <a:pt x="155942" y="151361"/>
                    <a:pt x="155724" y="144237"/>
                    <a:pt x="151293" y="139791"/>
                  </a:cubicBezTo>
                  <a:lnTo>
                    <a:pt x="135910" y="124396"/>
                  </a:lnTo>
                  <a:lnTo>
                    <a:pt x="151293" y="109001"/>
                  </a:lnTo>
                  <a:lnTo>
                    <a:pt x="152281" y="107882"/>
                  </a:lnTo>
                  <a:cubicBezTo>
                    <a:pt x="156121" y="102915"/>
                    <a:pt x="155445" y="95821"/>
                    <a:pt x="150736" y="91668"/>
                  </a:cubicBezTo>
                  <a:cubicBezTo>
                    <a:pt x="146028" y="87516"/>
                    <a:pt x="138904" y="87734"/>
                    <a:pt x="134457" y="92166"/>
                  </a:cubicBezTo>
                  <a:lnTo>
                    <a:pt x="119062" y="107548"/>
                  </a:lnTo>
                  <a:lnTo>
                    <a:pt x="103668" y="92166"/>
                  </a:lnTo>
                  <a:lnTo>
                    <a:pt x="102549" y="91177"/>
                  </a:lnTo>
                  <a:close/>
                </a:path>
              </a:pathLst>
            </a:custGeom>
            <a:solidFill>
              <a:srgbClr val="CBD5E1"/>
            </a:solidFill>
            <a:ln>
              <a:noFill/>
            </a:ln>
          </p:spPr>
        </p:sp>
        <p:sp>
          <p:nvSpPr>
            <p:cNvPr id="20" name="TextBox 20"/>
            <p:cNvSpPr txBox="1"/>
            <p:nvPr/>
          </p:nvSpPr>
          <p:spPr>
            <a:xfrm>
              <a:off x="864870" y="4405312"/>
              <a:ext cx="4166235" cy="840105"/>
            </a:xfrm>
            <a:prstGeom prst="rect">
              <a:avLst/>
            </a:prstGeom>
            <a:noFill/>
            <a:ln>
              <a:noFill/>
            </a:ln>
          </p:spPr>
          <p:txBody>
            <a:bodyPr wrap="square" lIns="0" tIns="0" rIns="0" bIns="0" anchor="t" anchorCtr="0"/>
            <a:lstStyle/>
            <a:p>
              <a:pPr algn="l">
                <a:lnSpc>
                  <a:spcPts val="3150"/>
                </a:lnSpc>
              </a:pPr>
              <a:r>
                <a:rPr lang="zh-CN" sz="2250" dirty="0">
                  <a:solidFill>
                    <a:schemeClr val="dk1"/>
                  </a:solidFill>
                  <a:latin typeface="+mn-lt"/>
                  <a:ea typeface="+mn-ea"/>
                  <a:cs typeface="+mn-cs"/>
                </a:rPr>
                <a:t>直ったマクロを実際に動かして確かめること。最後に Excel で開いて確認するのは人。</a:t>
              </a:r>
            </a:p>
          </p:txBody>
        </p:sp>
      </p:grpSp>
      <p:grpSp>
        <p:nvGrpSpPr>
          <p:cNvPr id="25" name="Group 25"/>
          <p:cNvGrpSpPr/>
          <p:nvPr/>
        </p:nvGrpSpPr>
        <p:grpSpPr>
          <a:xfrm>
            <a:off x="381000" y="5486400"/>
            <a:ext cx="11430000" cy="723900"/>
            <a:chOff x="381000" y="5486400"/>
            <a:chExt cx="11430000" cy="723900"/>
          </a:xfrm>
        </p:grpSpPr>
        <p:sp>
          <p:nvSpPr>
            <p:cNvPr id="22" name="Rectangle 22"/>
            <p:cNvSpPr/>
            <p:nvPr/>
          </p:nvSpPr>
          <p:spPr>
            <a:xfrm>
              <a:off x="381000" y="5486400"/>
              <a:ext cx="11430000" cy="723900"/>
            </a:xfrm>
            <a:prstGeom prst="roundRect">
              <a:avLst>
                <a:gd name="adj" fmla="val 18421"/>
              </a:avLst>
            </a:prstGeom>
            <a:solidFill>
              <a:schemeClr val="lt1"/>
            </a:solidFill>
            <a:ln w="19050">
              <a:solidFill>
                <a:srgbClr val="2E7D5B"/>
              </a:solidFill>
            </a:ln>
          </p:spPr>
        </p:sp>
        <p:sp>
          <p:nvSpPr>
            <p:cNvPr id="23" name="Freeform 23"/>
            <p:cNvSpPr/>
            <p:nvPr/>
          </p:nvSpPr>
          <p:spPr>
            <a:xfrm>
              <a:off x="702993" y="5756275"/>
              <a:ext cx="232303" cy="222369"/>
            </a:xfrm>
            <a:custGeom>
              <a:avLst/>
              <a:gdLst/>
              <a:ahLst/>
              <a:cxnLst/>
              <a:rect l="l" t="t" r="r" b="b"/>
              <a:pathLst>
                <a:path w="232303" h="222369">
                  <a:moveTo>
                    <a:pt x="116135" y="0"/>
                  </a:moveTo>
                  <a:lnTo>
                    <a:pt x="117446" y="78"/>
                  </a:lnTo>
                  <a:lnTo>
                    <a:pt x="118102" y="167"/>
                  </a:lnTo>
                  <a:lnTo>
                    <a:pt x="118780" y="311"/>
                  </a:lnTo>
                  <a:lnTo>
                    <a:pt x="120013" y="689"/>
                  </a:lnTo>
                  <a:cubicBezTo>
                    <a:pt x="120865" y="1003"/>
                    <a:pt x="121675" y="1421"/>
                    <a:pt x="122424" y="1934"/>
                  </a:cubicBezTo>
                  <a:lnTo>
                    <a:pt x="123580" y="2845"/>
                  </a:lnTo>
                  <a:lnTo>
                    <a:pt x="126414" y="5267"/>
                  </a:lnTo>
                  <a:cubicBezTo>
                    <a:pt x="148831" y="23887"/>
                    <a:pt x="177163" y="33885"/>
                    <a:pt x="206302" y="33460"/>
                  </a:cubicBezTo>
                  <a:lnTo>
                    <a:pt x="210102" y="33349"/>
                  </a:lnTo>
                  <a:cubicBezTo>
                    <a:pt x="215216" y="33115"/>
                    <a:pt x="219827" y="36405"/>
                    <a:pt x="221270" y="41316"/>
                  </a:cubicBezTo>
                  <a:cubicBezTo>
                    <a:pt x="232303" y="78847"/>
                    <a:pt x="227645" y="119246"/>
                    <a:pt x="208359" y="153280"/>
                  </a:cubicBezTo>
                  <a:cubicBezTo>
                    <a:pt x="189074" y="187314"/>
                    <a:pt x="156811" y="212073"/>
                    <a:pt x="118946" y="221895"/>
                  </a:cubicBezTo>
                  <a:cubicBezTo>
                    <a:pt x="117117" y="222369"/>
                    <a:pt x="115197" y="222369"/>
                    <a:pt x="113368" y="221895"/>
                  </a:cubicBezTo>
                  <a:cubicBezTo>
                    <a:pt x="75501" y="212075"/>
                    <a:pt x="43235" y="187318"/>
                    <a:pt x="23948" y="153284"/>
                  </a:cubicBezTo>
                  <a:cubicBezTo>
                    <a:pt x="4660" y="119249"/>
                    <a:pt x="0" y="78848"/>
                    <a:pt x="11032" y="41316"/>
                  </a:cubicBezTo>
                  <a:cubicBezTo>
                    <a:pt x="12476" y="36405"/>
                    <a:pt x="17087" y="33115"/>
                    <a:pt x="22201" y="33349"/>
                  </a:cubicBezTo>
                  <a:cubicBezTo>
                    <a:pt x="52621" y="34739"/>
                    <a:pt x="82465" y="24725"/>
                    <a:pt x="105889" y="5267"/>
                  </a:cubicBezTo>
                  <a:lnTo>
                    <a:pt x="108812" y="2767"/>
                  </a:lnTo>
                  <a:lnTo>
                    <a:pt x="109878" y="1934"/>
                  </a:lnTo>
                  <a:cubicBezTo>
                    <a:pt x="110628" y="1421"/>
                    <a:pt x="111438" y="1003"/>
                    <a:pt x="112290" y="689"/>
                  </a:cubicBezTo>
                  <a:lnTo>
                    <a:pt x="113534" y="311"/>
                  </a:lnTo>
                  <a:cubicBezTo>
                    <a:pt x="113970" y="206"/>
                    <a:pt x="114412" y="128"/>
                    <a:pt x="114857" y="78"/>
                  </a:cubicBezTo>
                  <a:lnTo>
                    <a:pt x="116135" y="0"/>
                  </a:lnTo>
                  <a:close/>
                  <a:moveTo>
                    <a:pt x="157362" y="81044"/>
                  </a:moveTo>
                  <a:cubicBezTo>
                    <a:pt x="155278" y="78957"/>
                    <a:pt x="152450" y="77785"/>
                    <a:pt x="149500" y="77785"/>
                  </a:cubicBezTo>
                  <a:cubicBezTo>
                    <a:pt x="146551" y="77785"/>
                    <a:pt x="143722" y="78957"/>
                    <a:pt x="141638" y="81044"/>
                  </a:cubicBezTo>
                  <a:lnTo>
                    <a:pt x="105044" y="117626"/>
                  </a:lnTo>
                  <a:lnTo>
                    <a:pt x="90676" y="103269"/>
                  </a:lnTo>
                  <a:lnTo>
                    <a:pt x="89631" y="102346"/>
                  </a:lnTo>
                  <a:cubicBezTo>
                    <a:pt x="84996" y="98762"/>
                    <a:pt x="78374" y="99393"/>
                    <a:pt x="74499" y="103788"/>
                  </a:cubicBezTo>
                  <a:cubicBezTo>
                    <a:pt x="70624" y="108183"/>
                    <a:pt x="70827" y="114832"/>
                    <a:pt x="74963" y="118982"/>
                  </a:cubicBezTo>
                  <a:lnTo>
                    <a:pt x="97188" y="141207"/>
                  </a:lnTo>
                  <a:lnTo>
                    <a:pt x="98233" y="142129"/>
                  </a:lnTo>
                  <a:cubicBezTo>
                    <a:pt x="102656" y="145561"/>
                    <a:pt x="108942" y="145166"/>
                    <a:pt x="112901" y="141207"/>
                  </a:cubicBezTo>
                  <a:lnTo>
                    <a:pt x="157351" y="96757"/>
                  </a:lnTo>
                  <a:lnTo>
                    <a:pt x="158274" y="95712"/>
                  </a:lnTo>
                  <a:cubicBezTo>
                    <a:pt x="161705" y="91289"/>
                    <a:pt x="161310" y="85003"/>
                    <a:pt x="157351" y="81044"/>
                  </a:cubicBezTo>
                  <a:close/>
                </a:path>
              </a:pathLst>
            </a:custGeom>
            <a:solidFill>
              <a:srgbClr val="2E7D5B"/>
            </a:solidFill>
            <a:ln>
              <a:noFill/>
            </a:ln>
          </p:spPr>
        </p:sp>
        <p:sp>
          <p:nvSpPr>
            <p:cNvPr id="24" name="TextBox 24"/>
            <p:cNvSpPr txBox="1"/>
            <p:nvPr/>
          </p:nvSpPr>
          <p:spPr>
            <a:xfrm>
              <a:off x="1093470" y="5710238"/>
              <a:ext cx="6239637" cy="440055"/>
            </a:xfrm>
            <a:prstGeom prst="rect">
              <a:avLst/>
            </a:prstGeom>
            <a:noFill/>
            <a:ln>
              <a:noFill/>
            </a:ln>
          </p:spPr>
          <p:txBody>
            <a:bodyPr wrap="none" lIns="0" tIns="0" rIns="0" bIns="0" anchor="t" anchorCtr="0">
              <a:spAutoFit/>
            </a:bodyPr>
            <a:lstStyle/>
            <a:p>
              <a:pPr algn="l"/>
              <a:r>
                <a:rPr lang="zh-CN" sz="2250" b="1" dirty="0">
                  <a:solidFill>
                    <a:schemeClr val="dk1"/>
                  </a:solidFill>
                  <a:latin typeface="+mn-lt"/>
                  <a:ea typeface="+mn-ea"/>
                  <a:cs typeface="+mn-cs"/>
                </a:rPr>
                <a:t>判断と最終確認は人と AI に残す。だから壊れない。</a:t>
              </a:r>
            </a:p>
          </p:txBody>
        </p:sp>
      </p:grpSp>
      <p:grpSp>
        <p:nvGrpSpPr>
          <p:cNvPr id="28" name="Group 28"/>
          <p:cNvGrpSpPr/>
          <p:nvPr/>
        </p:nvGrpSpPr>
        <p:grpSpPr>
          <a:xfrm>
            <a:off x="374904" y="6537960"/>
            <a:ext cx="11442192" cy="234696"/>
            <a:chOff x="374904" y="6537960"/>
            <a:chExt cx="11442192" cy="234696"/>
          </a:xfrm>
        </p:grpSpPr>
        <p:sp>
          <p:nvSpPr>
            <p:cNvPr id="26" name="TextBox 26"/>
            <p:cNvSpPr txBox="1"/>
            <p:nvPr/>
          </p:nvSpPr>
          <p:spPr>
            <a:xfrm>
              <a:off x="374904" y="6537960"/>
              <a:ext cx="1223772" cy="234696"/>
            </a:xfrm>
            <a:prstGeom prst="rect">
              <a:avLst/>
            </a:prstGeom>
            <a:noFill/>
            <a:ln>
              <a:noFill/>
            </a:ln>
          </p:spPr>
          <p:txBody>
            <a:bodyPr wrap="none" lIns="0" tIns="0" rIns="0" bIns="0" anchor="t" anchorCtr="0">
              <a:spAutoFit/>
            </a:bodyPr>
            <a:lstStyle/>
            <a:p>
              <a:pPr algn="l"/>
              <a:r>
                <a:rPr lang="zh-CN" sz="1200" dirty="0">
                  <a:solidFill>
                    <a:srgbClr val="5B6B7C"/>
                  </a:solidFill>
                  <a:latin typeface="+mn-lt"/>
                  <a:ea typeface="+mn-ea"/>
                  <a:cs typeface="+mn-cs"/>
                </a:rPr>
                <a:t>第一部 サービス説明</a:t>
              </a:r>
            </a:p>
          </p:txBody>
        </p:sp>
        <p:sp>
          <p:nvSpPr>
            <p:cNvPr id="27" name="TextBox 27"/>
            <p:cNvSpPr txBox="1"/>
            <p:nvPr/>
          </p:nvSpPr>
          <p:spPr>
            <a:xfrm>
              <a:off x="11627206" y="6537960"/>
              <a:ext cx="189890" cy="234696"/>
            </a:xfrm>
            <a:prstGeom prst="rect">
              <a:avLst/>
            </a:prstGeom>
            <a:noFill/>
            <a:ln>
              <a:noFill/>
            </a:ln>
          </p:spPr>
          <p:txBody>
            <a:bodyPr wrap="none" lIns="0" tIns="0" rIns="0" bIns="0" anchor="t" anchorCtr="0">
              <a:spAutoFit/>
            </a:bodyPr>
            <a:lstStyle/>
            <a:p>
              <a:pPr algn="r"/>
              <a:r>
                <a:rPr lang="en-US" sz="1200" dirty="0">
                  <a:solidFill>
                    <a:srgbClr val="5B6B7C"/>
                  </a:solidFill>
                  <a:latin typeface="+mn-lt"/>
                  <a:ea typeface="+mn-ea"/>
                  <a:cs typeface="+mn-cs"/>
                </a:rPr>
                <a:t>07</a:t>
              </a:r>
            </a:p>
          </p:txBody>
        </p:sp>
      </p:gr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2" name="Ellipse 2"/>
          <p:cNvSpPr/>
          <p:nvPr/>
        </p:nvSpPr>
        <p:spPr>
          <a:xfrm>
            <a:off x="8191500" y="-2857500"/>
            <a:ext cx="7239000" cy="7239000"/>
          </a:xfrm>
          <a:prstGeom prst="ellipse">
            <a:avLst/>
          </a:prstGeom>
          <a:solidFill>
            <a:schemeClr val="accent3"/>
          </a:solidFill>
          <a:ln>
            <a:noFill/>
          </a:ln>
        </p:spPr>
      </p:sp>
      <p:grpSp>
        <p:nvGrpSpPr>
          <p:cNvPr id="6" name="Group 6"/>
          <p:cNvGrpSpPr/>
          <p:nvPr/>
        </p:nvGrpSpPr>
        <p:grpSpPr>
          <a:xfrm>
            <a:off x="381000" y="2286000"/>
            <a:ext cx="5152568" cy="443484"/>
            <a:chOff x="381000" y="2286000"/>
            <a:chExt cx="5152568" cy="443484"/>
          </a:xfrm>
        </p:grpSpPr>
        <p:sp>
          <p:nvSpPr>
            <p:cNvPr id="3" name="Rectangle 3"/>
            <p:cNvSpPr/>
            <p:nvPr/>
          </p:nvSpPr>
          <p:spPr>
            <a:xfrm>
              <a:off x="381000" y="2286000"/>
              <a:ext cx="1752600" cy="361950"/>
            </a:xfrm>
            <a:prstGeom prst="roundRect">
              <a:avLst>
                <a:gd name="adj" fmla="val 50000"/>
              </a:avLst>
            </a:prstGeom>
            <a:solidFill>
              <a:schemeClr val="lt1"/>
            </a:solidFill>
            <a:ln>
              <a:noFill/>
            </a:ln>
          </p:spPr>
        </p:sp>
        <p:sp>
          <p:nvSpPr>
            <p:cNvPr id="4" name="TextBox 4"/>
            <p:cNvSpPr txBox="1"/>
            <p:nvPr/>
          </p:nvSpPr>
          <p:spPr>
            <a:xfrm>
              <a:off x="942964" y="2387918"/>
              <a:ext cx="628673" cy="264033"/>
            </a:xfrm>
            <a:prstGeom prst="rect">
              <a:avLst/>
            </a:prstGeom>
            <a:noFill/>
            <a:ln>
              <a:noFill/>
            </a:ln>
          </p:spPr>
          <p:txBody>
            <a:bodyPr wrap="none" lIns="0" tIns="0" rIns="0" bIns="0" anchor="t" anchorCtr="0">
              <a:spAutoFit/>
            </a:bodyPr>
            <a:lstStyle/>
            <a:p>
              <a:pPr algn="ctr"/>
              <a:r>
                <a:rPr lang="en-US" sz="1350" b="1" dirty="0">
                  <a:solidFill>
                    <a:schemeClr val="accent1"/>
                  </a:solidFill>
                  <a:latin typeface="+mn-lt"/>
                  <a:ea typeface="+mn-ea"/>
                  <a:cs typeface="+mn-cs"/>
                </a:rPr>
                <a:t>PART 2</a:t>
              </a:r>
            </a:p>
          </p:txBody>
        </p:sp>
        <p:sp>
          <p:nvSpPr>
            <p:cNvPr id="5" name="TextBox 5"/>
            <p:cNvSpPr txBox="1"/>
            <p:nvPr/>
          </p:nvSpPr>
          <p:spPr>
            <a:xfrm>
              <a:off x="2353056" y="2377440"/>
              <a:ext cx="3180512" cy="352044"/>
            </a:xfrm>
            <a:prstGeom prst="rect">
              <a:avLst/>
            </a:prstGeom>
            <a:noFill/>
            <a:ln>
              <a:noFill/>
            </a:ln>
          </p:spPr>
          <p:txBody>
            <a:bodyPr wrap="none" lIns="0" tIns="0" rIns="0" bIns="0" anchor="t" anchorCtr="0">
              <a:spAutoFit/>
            </a:bodyPr>
            <a:lstStyle/>
            <a:p>
              <a:pPr algn="l"/>
              <a:r>
                <a:rPr lang="zh-CN" sz="1800" dirty="0">
                  <a:solidFill>
                    <a:srgbClr val="FFFFFF"/>
                  </a:solidFill>
                  <a:latin typeface="+mn-lt"/>
                  <a:ea typeface="+mn-ea"/>
                  <a:cs typeface="+mn-cs"/>
                </a:rPr>
                <a:t>ここからは、実際に操作する人向けです</a:t>
              </a:r>
            </a:p>
          </p:txBody>
        </p:sp>
      </p:grpSp>
      <p:grpSp>
        <p:nvGrpSpPr>
          <p:cNvPr id="10" name="Group 10"/>
          <p:cNvGrpSpPr/>
          <p:nvPr/>
        </p:nvGrpSpPr>
        <p:grpSpPr>
          <a:xfrm>
            <a:off x="361950" y="3150870"/>
            <a:ext cx="6182628" cy="1808797"/>
            <a:chOff x="361950" y="3150870"/>
            <a:chExt cx="6182628" cy="1808797"/>
          </a:xfrm>
        </p:grpSpPr>
        <p:sp>
          <p:nvSpPr>
            <p:cNvPr id="7" name="TextBox 7"/>
            <p:cNvSpPr txBox="1"/>
            <p:nvPr/>
          </p:nvSpPr>
          <p:spPr>
            <a:xfrm>
              <a:off x="361950" y="3150870"/>
              <a:ext cx="6182628" cy="1047750"/>
            </a:xfrm>
            <a:prstGeom prst="rect">
              <a:avLst/>
            </a:prstGeom>
            <a:noFill/>
            <a:ln>
              <a:noFill/>
            </a:ln>
          </p:spPr>
          <p:txBody>
            <a:bodyPr wrap="none" lIns="0" tIns="0" rIns="0" bIns="0" anchor="t" anchorCtr="0">
              <a:spAutoFit/>
            </a:bodyPr>
            <a:lstStyle/>
            <a:p>
              <a:pPr algn="l"/>
              <a:r>
                <a:rPr lang="zh-CN" sz="5400" b="1" dirty="0">
                  <a:solidFill>
                    <a:srgbClr val="FFFFFF"/>
                  </a:solidFill>
                  <a:latin typeface="+mn-lt"/>
                  <a:ea typeface="+mn-ea"/>
                  <a:cs typeface="+mn-cs"/>
                </a:rPr>
                <a:t>第二部 操作マニュアル</a:t>
              </a:r>
            </a:p>
          </p:txBody>
        </p:sp>
        <p:sp>
          <p:nvSpPr>
            <p:cNvPr id="8" name="Rectangle 8"/>
            <p:cNvSpPr/>
            <p:nvPr/>
          </p:nvSpPr>
          <p:spPr>
            <a:xfrm>
              <a:off x="381000" y="4076700"/>
              <a:ext cx="1143000" cy="66675"/>
            </a:xfrm>
            <a:prstGeom prst="roundRect">
              <a:avLst>
                <a:gd name="adj" fmla="val 50000"/>
              </a:avLst>
            </a:prstGeom>
            <a:solidFill>
              <a:schemeClr val="accent2"/>
            </a:solidFill>
            <a:ln>
              <a:noFill/>
            </a:ln>
          </p:spPr>
        </p:sp>
        <p:sp>
          <p:nvSpPr>
            <p:cNvPr id="9" name="TextBox 9"/>
            <p:cNvSpPr txBox="1"/>
            <p:nvPr/>
          </p:nvSpPr>
          <p:spPr>
            <a:xfrm>
              <a:off x="369570" y="4519612"/>
              <a:ext cx="4005929" cy="440055"/>
            </a:xfrm>
            <a:prstGeom prst="rect">
              <a:avLst/>
            </a:prstGeom>
            <a:noFill/>
            <a:ln>
              <a:noFill/>
            </a:ln>
          </p:spPr>
          <p:txBody>
            <a:bodyPr wrap="none" lIns="0" tIns="0" rIns="0" bIns="0" anchor="t" anchorCtr="0">
              <a:spAutoFit/>
            </a:bodyPr>
            <a:lstStyle/>
            <a:p>
              <a:pPr algn="l"/>
              <a:r>
                <a:rPr lang="zh-CN" sz="2250" dirty="0">
                  <a:solidFill>
                    <a:srgbClr val="FFFFFF"/>
                  </a:solidFill>
                  <a:latin typeface="+mn-lt"/>
                  <a:ea typeface="+mn-ea"/>
                  <a:cs typeface="+mn-cs"/>
                </a:rPr>
                <a:t>アプリの画面の順に、そのまま進みます。</a:t>
              </a:r>
            </a:p>
          </p:txBody>
        </p:sp>
      </p:gr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7" name="Group 7"/>
          <p:cNvGrpSpPr/>
          <p:nvPr/>
        </p:nvGrpSpPr>
        <p:grpSpPr>
          <a:xfrm>
            <a:off x="381000" y="476250"/>
            <a:ext cx="11439144" cy="657225"/>
            <a:chOff x="381000" y="476250"/>
            <a:chExt cx="11439144" cy="657225"/>
          </a:xfrm>
        </p:grpSpPr>
        <p:sp>
          <p:nvSpPr>
            <p:cNvPr id="2" name="Rectangle 2"/>
            <p:cNvSpPr/>
            <p:nvPr/>
          </p:nvSpPr>
          <p:spPr>
            <a:xfrm>
              <a:off x="381000" y="476250"/>
              <a:ext cx="1257300" cy="342900"/>
            </a:xfrm>
            <a:prstGeom prst="roundRect">
              <a:avLst>
                <a:gd name="adj" fmla="val 50000"/>
              </a:avLst>
            </a:prstGeom>
            <a:solidFill>
              <a:schemeClr val="accent1"/>
            </a:solidFill>
            <a:ln>
              <a:noFill/>
            </a:ln>
          </p:spPr>
        </p:sp>
        <p:sp>
          <p:nvSpPr>
            <p:cNvPr id="3" name="TextBox 3"/>
            <p:cNvSpPr txBox="1"/>
            <p:nvPr/>
          </p:nvSpPr>
          <p:spPr>
            <a:xfrm>
              <a:off x="611603" y="568642"/>
              <a:ext cx="796094"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mn-lt"/>
                  <a:ea typeface="+mn-ea"/>
                  <a:cs typeface="+mn-cs"/>
                </a:rPr>
                <a:t>全体の流れ</a:t>
              </a:r>
            </a:p>
          </p:txBody>
        </p:sp>
        <p:sp>
          <p:nvSpPr>
            <p:cNvPr id="4" name="TextBox 4"/>
            <p:cNvSpPr txBox="1"/>
            <p:nvPr/>
          </p:nvSpPr>
          <p:spPr>
            <a:xfrm>
              <a:off x="1793748" y="479108"/>
              <a:ext cx="3371421" cy="616077"/>
            </a:xfrm>
            <a:prstGeom prst="rect">
              <a:avLst/>
            </a:prstGeom>
            <a:noFill/>
            <a:ln>
              <a:noFill/>
            </a:ln>
          </p:spPr>
          <p:txBody>
            <a:bodyPr wrap="none" lIns="0" tIns="0" rIns="0" bIns="0" anchor="t" anchorCtr="0">
              <a:spAutoFit/>
            </a:bodyPr>
            <a:lstStyle/>
            <a:p>
              <a:pPr algn="l"/>
              <a:r>
                <a:rPr lang="zh-CN" sz="3150" b="1" dirty="0">
                  <a:solidFill>
                    <a:schemeClr val="dk1"/>
                  </a:solidFill>
                  <a:latin typeface="+mn-lt"/>
                  <a:ea typeface="+mn-ea"/>
                  <a:cs typeface="+mn-cs"/>
                </a:rPr>
                <a:t>まず、どちらかを選びます</a:t>
              </a:r>
            </a:p>
          </p:txBody>
        </p:sp>
        <p:sp>
          <p:nvSpPr>
            <p:cNvPr id="5" name="TextBox 5"/>
            <p:cNvSpPr txBox="1"/>
            <p:nvPr/>
          </p:nvSpPr>
          <p:spPr>
            <a:xfrm>
              <a:off x="8456078" y="605790"/>
              <a:ext cx="3364066" cy="352044"/>
            </a:xfrm>
            <a:prstGeom prst="rect">
              <a:avLst/>
            </a:prstGeom>
            <a:noFill/>
            <a:ln>
              <a:noFill/>
            </a:ln>
          </p:spPr>
          <p:txBody>
            <a:bodyPr wrap="none" lIns="0" tIns="0" rIns="0" bIns="0" anchor="t" anchorCtr="0">
              <a:spAutoFit/>
            </a:bodyPr>
            <a:lstStyle/>
            <a:p>
              <a:pPr algn="r"/>
              <a:r>
                <a:rPr lang="zh-CN" sz="1800" b="1" dirty="0">
                  <a:solidFill>
                    <a:schemeClr val="accent1"/>
                  </a:solidFill>
                  <a:latin typeface="+mn-lt"/>
                  <a:ea typeface="+mn-ea"/>
                  <a:cs typeface="+mn-cs"/>
                </a:rPr>
                <a:t>ブックを書き換えるのは「改修する」だけ</a:t>
              </a:r>
            </a:p>
          </p:txBody>
        </p:sp>
        <p:sp>
          <p:nvSpPr>
            <p:cNvPr id="6" name="Line 6"/>
            <p:cNvSpPr/>
            <p:nvPr/>
          </p:nvSpPr>
          <p:spPr>
            <a:xfrm>
              <a:off x="381000" y="1123950"/>
              <a:ext cx="11430000" cy="9525"/>
            </a:xfrm>
            <a:custGeom>
              <a:avLst/>
              <a:gdLst/>
              <a:ahLst/>
              <a:cxnLst/>
              <a:rect l="l" t="t" r="r" b="b"/>
              <a:pathLst>
                <a:path w="11430000" h="9525">
                  <a:moveTo>
                    <a:pt x="0" y="0"/>
                  </a:moveTo>
                  <a:lnTo>
                    <a:pt x="11430000" y="0"/>
                  </a:lnTo>
                </a:path>
              </a:pathLst>
            </a:custGeom>
            <a:noFill/>
            <a:ln w="9525">
              <a:solidFill>
                <a:srgbClr val="E2E8F0"/>
              </a:solidFill>
            </a:ln>
          </p:spPr>
        </p:sp>
      </p:grpSp>
      <p:grpSp>
        <p:nvGrpSpPr>
          <p:cNvPr id="15" name="Group 15"/>
          <p:cNvGrpSpPr/>
          <p:nvPr/>
        </p:nvGrpSpPr>
        <p:grpSpPr>
          <a:xfrm>
            <a:off x="381000" y="1390650"/>
            <a:ext cx="5600700" cy="1638300"/>
            <a:chOff x="381000" y="1390650"/>
            <a:chExt cx="5600700" cy="1638300"/>
          </a:xfrm>
        </p:grpSpPr>
        <p:sp>
          <p:nvSpPr>
            <p:cNvPr id="8" name="Rectangle 8"/>
            <p:cNvSpPr/>
            <p:nvPr/>
          </p:nvSpPr>
          <p:spPr>
            <a:xfrm>
              <a:off x="381000" y="1390650"/>
              <a:ext cx="5600700" cy="1638300"/>
            </a:xfrm>
            <a:prstGeom prst="roundRect">
              <a:avLst>
                <a:gd name="adj" fmla="val 9302"/>
              </a:avLst>
            </a:prstGeom>
            <a:solidFill>
              <a:schemeClr val="accent6"/>
            </a:solidFill>
            <a:ln>
              <a:noFill/>
            </a:ln>
          </p:spPr>
        </p:sp>
        <p:sp>
          <p:nvSpPr>
            <p:cNvPr id="9" name="Rectangle 9"/>
            <p:cNvSpPr/>
            <p:nvPr/>
          </p:nvSpPr>
          <p:spPr>
            <a:xfrm>
              <a:off x="381000" y="1390650"/>
              <a:ext cx="5600700" cy="66675"/>
            </a:xfrm>
            <a:prstGeom prst="roundRect">
              <a:avLst>
                <a:gd name="adj" fmla="val 50000"/>
              </a:avLst>
            </a:prstGeom>
            <a:solidFill>
              <a:schemeClr val="accent1"/>
            </a:solidFill>
            <a:ln>
              <a:noFill/>
            </a:ln>
          </p:spPr>
        </p:sp>
        <p:sp>
          <p:nvSpPr>
            <p:cNvPr id="10" name="Freeform 10"/>
            <p:cNvSpPr/>
            <p:nvPr/>
          </p:nvSpPr>
          <p:spPr>
            <a:xfrm>
              <a:off x="740486" y="1750136"/>
              <a:ext cx="271627" cy="271627"/>
            </a:xfrm>
            <a:custGeom>
              <a:avLst/>
              <a:gdLst/>
              <a:ahLst/>
              <a:cxnLst/>
              <a:rect l="l" t="t" r="r" b="b"/>
              <a:pathLst>
                <a:path w="271627" h="271627">
                  <a:moveTo>
                    <a:pt x="169430" y="35242"/>
                  </a:moveTo>
                  <a:cubicBezTo>
                    <a:pt x="170121" y="38095"/>
                    <a:pt x="172133" y="40446"/>
                    <a:pt x="174843" y="41570"/>
                  </a:cubicBezTo>
                  <a:cubicBezTo>
                    <a:pt x="177554" y="42695"/>
                    <a:pt x="180639" y="42458"/>
                    <a:pt x="183146" y="40932"/>
                  </a:cubicBezTo>
                  <a:cubicBezTo>
                    <a:pt x="214121" y="22073"/>
                    <a:pt x="249567" y="57505"/>
                    <a:pt x="230708" y="88481"/>
                  </a:cubicBezTo>
                  <a:cubicBezTo>
                    <a:pt x="229182" y="90986"/>
                    <a:pt x="228943" y="94069"/>
                    <a:pt x="230065" y="96779"/>
                  </a:cubicBezTo>
                  <a:cubicBezTo>
                    <a:pt x="231187" y="99490"/>
                    <a:pt x="233534" y="101502"/>
                    <a:pt x="236385" y="102197"/>
                  </a:cubicBezTo>
                  <a:cubicBezTo>
                    <a:pt x="271627" y="110744"/>
                    <a:pt x="271627" y="160870"/>
                    <a:pt x="236385" y="169430"/>
                  </a:cubicBezTo>
                  <a:cubicBezTo>
                    <a:pt x="233532" y="170121"/>
                    <a:pt x="231181" y="172133"/>
                    <a:pt x="230057" y="174843"/>
                  </a:cubicBezTo>
                  <a:cubicBezTo>
                    <a:pt x="228932" y="177554"/>
                    <a:pt x="229169" y="180639"/>
                    <a:pt x="230695" y="183146"/>
                  </a:cubicBezTo>
                  <a:cubicBezTo>
                    <a:pt x="249554" y="214121"/>
                    <a:pt x="214121" y="249567"/>
                    <a:pt x="183146" y="230708"/>
                  </a:cubicBezTo>
                  <a:cubicBezTo>
                    <a:pt x="180641" y="229182"/>
                    <a:pt x="177558" y="228943"/>
                    <a:pt x="174847" y="230065"/>
                  </a:cubicBezTo>
                  <a:cubicBezTo>
                    <a:pt x="172137" y="231187"/>
                    <a:pt x="170125" y="233534"/>
                    <a:pt x="169430" y="236385"/>
                  </a:cubicBezTo>
                  <a:cubicBezTo>
                    <a:pt x="160883" y="271627"/>
                    <a:pt x="110756" y="271627"/>
                    <a:pt x="102197" y="236385"/>
                  </a:cubicBezTo>
                  <a:cubicBezTo>
                    <a:pt x="101506" y="233532"/>
                    <a:pt x="99494" y="231181"/>
                    <a:pt x="96783" y="230057"/>
                  </a:cubicBezTo>
                  <a:cubicBezTo>
                    <a:pt x="94073" y="228932"/>
                    <a:pt x="90988" y="229169"/>
                    <a:pt x="88481" y="230695"/>
                  </a:cubicBezTo>
                  <a:cubicBezTo>
                    <a:pt x="57505" y="249554"/>
                    <a:pt x="22060" y="214121"/>
                    <a:pt x="40919" y="183146"/>
                  </a:cubicBezTo>
                  <a:cubicBezTo>
                    <a:pt x="42445" y="180641"/>
                    <a:pt x="42684" y="177558"/>
                    <a:pt x="41562" y="174847"/>
                  </a:cubicBezTo>
                  <a:cubicBezTo>
                    <a:pt x="40440" y="172137"/>
                    <a:pt x="38092" y="170125"/>
                    <a:pt x="35242" y="169430"/>
                  </a:cubicBezTo>
                  <a:cubicBezTo>
                    <a:pt x="0" y="160883"/>
                    <a:pt x="0" y="110756"/>
                    <a:pt x="35242" y="102197"/>
                  </a:cubicBezTo>
                  <a:cubicBezTo>
                    <a:pt x="38095" y="101506"/>
                    <a:pt x="40446" y="99494"/>
                    <a:pt x="41570" y="96783"/>
                  </a:cubicBezTo>
                  <a:cubicBezTo>
                    <a:pt x="42695" y="94073"/>
                    <a:pt x="42458" y="90988"/>
                    <a:pt x="40932" y="88481"/>
                  </a:cubicBezTo>
                  <a:cubicBezTo>
                    <a:pt x="22073" y="57505"/>
                    <a:pt x="57505" y="22060"/>
                    <a:pt x="88481" y="40919"/>
                  </a:cubicBezTo>
                  <a:cubicBezTo>
                    <a:pt x="90984" y="42457"/>
                    <a:pt x="94072" y="42702"/>
                    <a:pt x="96786" y="41578"/>
                  </a:cubicBezTo>
                  <a:cubicBezTo>
                    <a:pt x="99501" y="40455"/>
                    <a:pt x="101512" y="38099"/>
                    <a:pt x="102197" y="35242"/>
                  </a:cubicBezTo>
                  <a:cubicBezTo>
                    <a:pt x="110744" y="0"/>
                    <a:pt x="160870" y="0"/>
                    <a:pt x="169430" y="35242"/>
                  </a:cubicBezTo>
                  <a:close/>
                  <a:moveTo>
                    <a:pt x="135813" y="97714"/>
                  </a:moveTo>
                  <a:cubicBezTo>
                    <a:pt x="114771" y="97714"/>
                    <a:pt x="97714" y="114771"/>
                    <a:pt x="97714" y="135813"/>
                  </a:cubicBezTo>
                  <a:cubicBezTo>
                    <a:pt x="97714" y="156855"/>
                    <a:pt x="114771" y="173913"/>
                    <a:pt x="135813" y="173913"/>
                  </a:cubicBezTo>
                  <a:cubicBezTo>
                    <a:pt x="156855" y="173913"/>
                    <a:pt x="173913" y="156855"/>
                    <a:pt x="173913" y="135813"/>
                  </a:cubicBezTo>
                  <a:cubicBezTo>
                    <a:pt x="173913" y="114771"/>
                    <a:pt x="156855" y="97714"/>
                    <a:pt x="135813" y="97714"/>
                  </a:cubicBezTo>
                </a:path>
              </a:pathLst>
            </a:custGeom>
            <a:solidFill>
              <a:schemeClr val="accent1"/>
            </a:solidFill>
            <a:ln>
              <a:noFill/>
            </a:ln>
          </p:spPr>
        </p:sp>
        <p:sp>
          <p:nvSpPr>
            <p:cNvPr id="11" name="TextBox 11"/>
            <p:cNvSpPr txBox="1"/>
            <p:nvPr/>
          </p:nvSpPr>
          <p:spPr>
            <a:xfrm>
              <a:off x="1150620" y="1747838"/>
              <a:ext cx="1708471" cy="440055"/>
            </a:xfrm>
            <a:prstGeom prst="rect">
              <a:avLst/>
            </a:prstGeom>
            <a:noFill/>
            <a:ln>
              <a:noFill/>
            </a:ln>
          </p:spPr>
          <p:txBody>
            <a:bodyPr wrap="none" lIns="0" tIns="0" rIns="0" bIns="0" anchor="t" anchorCtr="0">
              <a:spAutoFit/>
            </a:bodyPr>
            <a:lstStyle/>
            <a:p>
              <a:pPr algn="l"/>
              <a:r>
                <a:rPr lang="zh-CN" sz="2250" b="1" dirty="0">
                  <a:solidFill>
                    <a:schemeClr val="dk1"/>
                  </a:solidFill>
                  <a:latin typeface="+mn-lt"/>
                  <a:ea typeface="+mn-ea"/>
                  <a:cs typeface="+mn-cs"/>
                </a:rPr>
                <a:t>マクロを改修する</a:t>
              </a:r>
            </a:p>
          </p:txBody>
        </p:sp>
        <p:sp>
          <p:nvSpPr>
            <p:cNvPr id="12" name="TextBox 12"/>
            <p:cNvSpPr txBox="1"/>
            <p:nvPr/>
          </p:nvSpPr>
          <p:spPr>
            <a:xfrm>
              <a:off x="714756" y="2244090"/>
              <a:ext cx="4025189" cy="352044"/>
            </a:xfrm>
            <a:prstGeom prst="rect">
              <a:avLst/>
            </a:prstGeom>
            <a:noFill/>
            <a:ln>
              <a:noFill/>
            </a:ln>
          </p:spPr>
          <p:txBody>
            <a:bodyPr wrap="none" lIns="0" tIns="0" rIns="0" bIns="0" anchor="t" anchorCtr="0">
              <a:spAutoFit/>
            </a:bodyPr>
            <a:lstStyle/>
            <a:p>
              <a:pPr algn="l"/>
              <a:r>
                <a:rPr lang="zh-CN" sz="1800" dirty="0">
                  <a:solidFill>
                    <a:srgbClr val="5B6B7C"/>
                  </a:solidFill>
                  <a:latin typeface="+mn-lt"/>
                  <a:ea typeface="+mn-ea"/>
                  <a:cs typeface="+mn-cs"/>
                </a:rPr>
                <a:t>AI の返答を取り込み、改修済みブックを作る</a:t>
              </a:r>
            </a:p>
          </p:txBody>
        </p:sp>
        <p:sp>
          <p:nvSpPr>
            <p:cNvPr id="13" name="Rectangle 13"/>
            <p:cNvSpPr/>
            <p:nvPr/>
          </p:nvSpPr>
          <p:spPr>
            <a:xfrm>
              <a:off x="723900" y="2590800"/>
              <a:ext cx="2190750" cy="304800"/>
            </a:xfrm>
            <a:prstGeom prst="roundRect">
              <a:avLst>
                <a:gd name="adj" fmla="val 50000"/>
              </a:avLst>
            </a:prstGeom>
            <a:solidFill>
              <a:schemeClr val="accent1"/>
            </a:solidFill>
            <a:ln>
              <a:noFill/>
            </a:ln>
          </p:spPr>
        </p:sp>
        <p:sp>
          <p:nvSpPr>
            <p:cNvPr id="14" name="TextBox 14"/>
            <p:cNvSpPr txBox="1"/>
            <p:nvPr/>
          </p:nvSpPr>
          <p:spPr>
            <a:xfrm>
              <a:off x="1311504" y="2654618"/>
              <a:ext cx="1015541"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n-lt"/>
                  <a:ea typeface="+mn-ea"/>
                  <a:cs typeface="+mn-cs"/>
                </a:rPr>
                <a:t>5 ファイルができる</a:t>
              </a:r>
            </a:p>
          </p:txBody>
        </p:sp>
      </p:grpSp>
      <p:grpSp>
        <p:nvGrpSpPr>
          <p:cNvPr id="23" name="Group 23"/>
          <p:cNvGrpSpPr/>
          <p:nvPr/>
        </p:nvGrpSpPr>
        <p:grpSpPr>
          <a:xfrm>
            <a:off x="6210300" y="1390650"/>
            <a:ext cx="5600700" cy="1638300"/>
            <a:chOff x="6210300" y="1390650"/>
            <a:chExt cx="5600700" cy="1638300"/>
          </a:xfrm>
        </p:grpSpPr>
        <p:sp>
          <p:nvSpPr>
            <p:cNvPr id="16" name="Rectangle 16"/>
            <p:cNvSpPr/>
            <p:nvPr/>
          </p:nvSpPr>
          <p:spPr>
            <a:xfrm>
              <a:off x="6210300" y="1390650"/>
              <a:ext cx="5600700" cy="1638300"/>
            </a:xfrm>
            <a:prstGeom prst="roundRect">
              <a:avLst>
                <a:gd name="adj" fmla="val 9302"/>
              </a:avLst>
            </a:prstGeom>
            <a:solidFill>
              <a:schemeClr val="accent6"/>
            </a:solidFill>
            <a:ln>
              <a:noFill/>
            </a:ln>
          </p:spPr>
        </p:sp>
        <p:sp>
          <p:nvSpPr>
            <p:cNvPr id="17" name="Rectangle 17"/>
            <p:cNvSpPr/>
            <p:nvPr/>
          </p:nvSpPr>
          <p:spPr>
            <a:xfrm>
              <a:off x="6210300" y="1390650"/>
              <a:ext cx="5600700" cy="66675"/>
            </a:xfrm>
            <a:prstGeom prst="roundRect">
              <a:avLst>
                <a:gd name="adj" fmla="val 50000"/>
              </a:avLst>
            </a:prstGeom>
            <a:solidFill>
              <a:schemeClr val="accent3"/>
            </a:solidFill>
            <a:ln>
              <a:noFill/>
            </a:ln>
          </p:spPr>
        </p:sp>
        <p:sp>
          <p:nvSpPr>
            <p:cNvPr id="18" name="Freeform 18"/>
            <p:cNvSpPr/>
            <p:nvPr/>
          </p:nvSpPr>
          <p:spPr>
            <a:xfrm>
              <a:off x="6578600" y="1771650"/>
              <a:ext cx="253999" cy="241894"/>
            </a:xfrm>
            <a:custGeom>
              <a:avLst/>
              <a:gdLst/>
              <a:ahLst/>
              <a:cxnLst/>
              <a:rect l="l" t="t" r="r" b="b"/>
              <a:pathLst>
                <a:path w="253999" h="241894">
                  <a:moveTo>
                    <a:pt x="203199" y="0"/>
                  </a:moveTo>
                  <a:cubicBezTo>
                    <a:pt x="231255" y="0"/>
                    <a:pt x="253999" y="22744"/>
                    <a:pt x="253999" y="50800"/>
                  </a:cubicBezTo>
                  <a:lnTo>
                    <a:pt x="253999" y="152400"/>
                  </a:lnTo>
                  <a:cubicBezTo>
                    <a:pt x="253999" y="180456"/>
                    <a:pt x="231255" y="203199"/>
                    <a:pt x="203199" y="203199"/>
                  </a:cubicBezTo>
                  <a:lnTo>
                    <a:pt x="143205" y="203199"/>
                  </a:lnTo>
                  <a:lnTo>
                    <a:pt x="82728" y="239483"/>
                  </a:lnTo>
                  <a:cubicBezTo>
                    <a:pt x="79027" y="241704"/>
                    <a:pt x="74451" y="241894"/>
                    <a:pt x="70580" y="239986"/>
                  </a:cubicBezTo>
                  <a:cubicBezTo>
                    <a:pt x="66708" y="238078"/>
                    <a:pt x="64070" y="234335"/>
                    <a:pt x="63576" y="230047"/>
                  </a:cubicBezTo>
                  <a:lnTo>
                    <a:pt x="63500" y="228599"/>
                  </a:lnTo>
                  <a:lnTo>
                    <a:pt x="63500" y="203199"/>
                  </a:lnTo>
                  <a:lnTo>
                    <a:pt x="50800" y="203199"/>
                  </a:lnTo>
                  <a:cubicBezTo>
                    <a:pt x="23731" y="203200"/>
                    <a:pt x="1417" y="181974"/>
                    <a:pt x="63" y="154940"/>
                  </a:cubicBezTo>
                  <a:lnTo>
                    <a:pt x="0" y="152400"/>
                  </a:lnTo>
                  <a:lnTo>
                    <a:pt x="0" y="50800"/>
                  </a:lnTo>
                  <a:cubicBezTo>
                    <a:pt x="0" y="22744"/>
                    <a:pt x="22744" y="0"/>
                    <a:pt x="50800" y="0"/>
                  </a:cubicBezTo>
                  <a:close/>
                  <a:moveTo>
                    <a:pt x="167640" y="117932"/>
                  </a:moveTo>
                  <a:cubicBezTo>
                    <a:pt x="162631" y="113023"/>
                    <a:pt x="154592" y="113102"/>
                    <a:pt x="149682" y="118110"/>
                  </a:cubicBezTo>
                  <a:cubicBezTo>
                    <a:pt x="143710" y="124207"/>
                    <a:pt x="135534" y="127643"/>
                    <a:pt x="127000" y="127643"/>
                  </a:cubicBezTo>
                  <a:cubicBezTo>
                    <a:pt x="118465" y="127643"/>
                    <a:pt x="110290" y="124207"/>
                    <a:pt x="104318" y="118110"/>
                  </a:cubicBezTo>
                  <a:cubicBezTo>
                    <a:pt x="99386" y="113222"/>
                    <a:pt x="91444" y="113200"/>
                    <a:pt x="86486" y="118061"/>
                  </a:cubicBezTo>
                  <a:cubicBezTo>
                    <a:pt x="81528" y="122921"/>
                    <a:pt x="81393" y="130863"/>
                    <a:pt x="86182" y="135890"/>
                  </a:cubicBezTo>
                  <a:cubicBezTo>
                    <a:pt x="96931" y="146858"/>
                    <a:pt x="111642" y="153039"/>
                    <a:pt x="127000" y="153039"/>
                  </a:cubicBezTo>
                  <a:cubicBezTo>
                    <a:pt x="142357" y="153039"/>
                    <a:pt x="157068" y="146858"/>
                    <a:pt x="167817" y="135890"/>
                  </a:cubicBezTo>
                  <a:cubicBezTo>
                    <a:pt x="172726" y="130881"/>
                    <a:pt x="172647" y="122842"/>
                    <a:pt x="167640" y="117932"/>
                  </a:cubicBezTo>
                  <a:moveTo>
                    <a:pt x="95377" y="63500"/>
                  </a:moveTo>
                  <a:lnTo>
                    <a:pt x="95250" y="63500"/>
                  </a:lnTo>
                  <a:cubicBezTo>
                    <a:pt x="88236" y="63500"/>
                    <a:pt x="82550" y="69186"/>
                    <a:pt x="82550" y="76200"/>
                  </a:cubicBezTo>
                  <a:cubicBezTo>
                    <a:pt x="82550" y="83214"/>
                    <a:pt x="88236" y="88900"/>
                    <a:pt x="95250" y="88900"/>
                  </a:cubicBezTo>
                  <a:lnTo>
                    <a:pt x="95377" y="88900"/>
                  </a:lnTo>
                  <a:cubicBezTo>
                    <a:pt x="102391" y="88900"/>
                    <a:pt x="108077" y="83214"/>
                    <a:pt x="108077" y="76200"/>
                  </a:cubicBezTo>
                  <a:cubicBezTo>
                    <a:pt x="108077" y="69186"/>
                    <a:pt x="102391" y="63500"/>
                    <a:pt x="95377" y="63500"/>
                  </a:cubicBezTo>
                  <a:moveTo>
                    <a:pt x="158877" y="63500"/>
                  </a:moveTo>
                  <a:lnTo>
                    <a:pt x="158750" y="63500"/>
                  </a:lnTo>
                  <a:cubicBezTo>
                    <a:pt x="151736" y="63500"/>
                    <a:pt x="146050" y="69186"/>
                    <a:pt x="146050" y="76200"/>
                  </a:cubicBezTo>
                  <a:cubicBezTo>
                    <a:pt x="146050" y="83214"/>
                    <a:pt x="151736" y="88900"/>
                    <a:pt x="158750" y="88900"/>
                  </a:cubicBezTo>
                  <a:lnTo>
                    <a:pt x="158877" y="88900"/>
                  </a:lnTo>
                  <a:cubicBezTo>
                    <a:pt x="165891" y="88900"/>
                    <a:pt x="171577" y="83214"/>
                    <a:pt x="171577" y="76200"/>
                  </a:cubicBezTo>
                  <a:cubicBezTo>
                    <a:pt x="171577" y="69186"/>
                    <a:pt x="165891" y="63500"/>
                    <a:pt x="158877" y="63500"/>
                  </a:cubicBezTo>
                </a:path>
              </a:pathLst>
            </a:custGeom>
            <a:solidFill>
              <a:schemeClr val="accent3"/>
            </a:solidFill>
            <a:ln>
              <a:noFill/>
            </a:ln>
          </p:spPr>
        </p:sp>
        <p:sp>
          <p:nvSpPr>
            <p:cNvPr id="19" name="TextBox 19"/>
            <p:cNvSpPr txBox="1"/>
            <p:nvPr/>
          </p:nvSpPr>
          <p:spPr>
            <a:xfrm>
              <a:off x="6979920" y="1747838"/>
              <a:ext cx="2509571" cy="440055"/>
            </a:xfrm>
            <a:prstGeom prst="rect">
              <a:avLst/>
            </a:prstGeom>
            <a:noFill/>
            <a:ln>
              <a:noFill/>
            </a:ln>
          </p:spPr>
          <p:txBody>
            <a:bodyPr wrap="none" lIns="0" tIns="0" rIns="0" bIns="0" anchor="t" anchorCtr="0">
              <a:spAutoFit/>
            </a:bodyPr>
            <a:lstStyle/>
            <a:p>
              <a:pPr algn="l"/>
              <a:r>
                <a:rPr lang="zh-CN" sz="2250" b="1" dirty="0">
                  <a:solidFill>
                    <a:schemeClr val="dk1"/>
                  </a:solidFill>
                  <a:latin typeface="+mn-lt"/>
                  <a:ea typeface="+mn-ea"/>
                  <a:cs typeface="+mn-cs"/>
                </a:rPr>
                <a:t>マクロについて AI に聞く</a:t>
              </a:r>
            </a:p>
          </p:txBody>
        </p:sp>
        <p:sp>
          <p:nvSpPr>
            <p:cNvPr id="20" name="TextBox 20"/>
            <p:cNvSpPr txBox="1"/>
            <p:nvPr/>
          </p:nvSpPr>
          <p:spPr>
            <a:xfrm>
              <a:off x="6544056" y="2244090"/>
              <a:ext cx="3931691" cy="352044"/>
            </a:xfrm>
            <a:prstGeom prst="rect">
              <a:avLst/>
            </a:prstGeom>
            <a:noFill/>
            <a:ln>
              <a:noFill/>
            </a:ln>
          </p:spPr>
          <p:txBody>
            <a:bodyPr wrap="none" lIns="0" tIns="0" rIns="0" bIns="0" anchor="t" anchorCtr="0">
              <a:spAutoFit/>
            </a:bodyPr>
            <a:lstStyle/>
            <a:p>
              <a:pPr algn="l"/>
              <a:r>
                <a:rPr lang="zh-CN" sz="1800" dirty="0">
                  <a:solidFill>
                    <a:srgbClr val="5B6B7C"/>
                  </a:solidFill>
                  <a:latin typeface="+mn-lt"/>
                  <a:ea typeface="+mn-ea"/>
                  <a:cs typeface="+mn-cs"/>
                </a:rPr>
                <a:t>依頼文とコード全文を作る。ブックは変更しない</a:t>
              </a:r>
            </a:p>
          </p:txBody>
        </p:sp>
        <p:sp>
          <p:nvSpPr>
            <p:cNvPr id="21" name="Rectangle 21"/>
            <p:cNvSpPr/>
            <p:nvPr/>
          </p:nvSpPr>
          <p:spPr>
            <a:xfrm>
              <a:off x="6553200" y="2590800"/>
              <a:ext cx="2190750" cy="304800"/>
            </a:xfrm>
            <a:prstGeom prst="roundRect">
              <a:avLst>
                <a:gd name="adj" fmla="val 50000"/>
              </a:avLst>
            </a:prstGeom>
            <a:solidFill>
              <a:schemeClr val="accent3"/>
            </a:solidFill>
            <a:ln>
              <a:noFill/>
            </a:ln>
          </p:spPr>
        </p:sp>
        <p:sp>
          <p:nvSpPr>
            <p:cNvPr id="22" name="TextBox 22"/>
            <p:cNvSpPr txBox="1"/>
            <p:nvPr/>
          </p:nvSpPr>
          <p:spPr>
            <a:xfrm>
              <a:off x="7140804" y="2654618"/>
              <a:ext cx="1015541"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n-lt"/>
                  <a:ea typeface="+mn-ea"/>
                  <a:cs typeface="+mn-cs"/>
                </a:rPr>
                <a:t>2 ファイルができる</a:t>
              </a:r>
            </a:p>
          </p:txBody>
        </p:sp>
      </p:grpSp>
      <p:grpSp>
        <p:nvGrpSpPr>
          <p:cNvPr id="43" name="Group 43"/>
          <p:cNvGrpSpPr/>
          <p:nvPr/>
        </p:nvGrpSpPr>
        <p:grpSpPr>
          <a:xfrm>
            <a:off x="381000" y="3619500"/>
            <a:ext cx="11125200" cy="1066800"/>
            <a:chOff x="381000" y="3619500"/>
            <a:chExt cx="11125200" cy="1066800"/>
          </a:xfrm>
        </p:grpSpPr>
        <p:sp>
          <p:nvSpPr>
            <p:cNvPr id="24" name="Line 24"/>
            <p:cNvSpPr/>
            <p:nvPr/>
          </p:nvSpPr>
          <p:spPr>
            <a:xfrm>
              <a:off x="2933700" y="4152900"/>
              <a:ext cx="266700" cy="1"/>
            </a:xfrm>
            <a:prstGeom prst="line">
              <a:avLst/>
            </a:prstGeom>
            <a:noFill/>
            <a:ln w="28575">
              <a:solidFill>
                <a:schemeClr val="accent3"/>
              </a:solidFill>
              <a:tailEnd type="triangle" w="lg" len="lg"/>
            </a:ln>
          </p:spPr>
        </p:sp>
        <p:sp>
          <p:nvSpPr>
            <p:cNvPr id="25" name="Line 25"/>
            <p:cNvSpPr/>
            <p:nvPr/>
          </p:nvSpPr>
          <p:spPr>
            <a:xfrm>
              <a:off x="5791200" y="4152900"/>
              <a:ext cx="266700" cy="1"/>
            </a:xfrm>
            <a:prstGeom prst="line">
              <a:avLst/>
            </a:prstGeom>
            <a:noFill/>
            <a:ln w="28575">
              <a:solidFill>
                <a:schemeClr val="accent3"/>
              </a:solidFill>
              <a:tailEnd type="triangle" w="lg" len="lg"/>
            </a:ln>
          </p:spPr>
        </p:sp>
        <p:sp>
          <p:nvSpPr>
            <p:cNvPr id="26" name="Line 26"/>
            <p:cNvSpPr/>
            <p:nvPr/>
          </p:nvSpPr>
          <p:spPr>
            <a:xfrm>
              <a:off x="8648700" y="4152900"/>
              <a:ext cx="266700" cy="1"/>
            </a:xfrm>
            <a:prstGeom prst="line">
              <a:avLst/>
            </a:prstGeom>
            <a:noFill/>
            <a:ln w="28575">
              <a:solidFill>
                <a:schemeClr val="accent3"/>
              </a:solidFill>
              <a:tailEnd type="triangle" w="lg" len="lg"/>
            </a:ln>
          </p:spPr>
        </p:sp>
        <p:sp>
          <p:nvSpPr>
            <p:cNvPr id="27" name="Rectangle 27"/>
            <p:cNvSpPr/>
            <p:nvPr/>
          </p:nvSpPr>
          <p:spPr>
            <a:xfrm>
              <a:off x="381000" y="3619500"/>
              <a:ext cx="2552700" cy="1066800"/>
            </a:xfrm>
            <a:prstGeom prst="roundRect">
              <a:avLst>
                <a:gd name="adj" fmla="val 14286"/>
              </a:avLst>
            </a:prstGeom>
            <a:solidFill>
              <a:schemeClr val="lt1"/>
            </a:solidFill>
            <a:ln w="19050">
              <a:solidFill>
                <a:schemeClr val="accent1"/>
              </a:solidFill>
            </a:ln>
          </p:spPr>
        </p:sp>
        <p:sp>
          <p:nvSpPr>
            <p:cNvPr id="28" name="Ellipse 28"/>
            <p:cNvSpPr/>
            <p:nvPr/>
          </p:nvSpPr>
          <p:spPr>
            <a:xfrm>
              <a:off x="533400" y="3771900"/>
              <a:ext cx="381000" cy="381000"/>
            </a:xfrm>
            <a:prstGeom prst="ellipse">
              <a:avLst/>
            </a:prstGeom>
            <a:solidFill>
              <a:schemeClr val="accent1"/>
            </a:solidFill>
            <a:ln>
              <a:noFill/>
            </a:ln>
          </p:spPr>
        </p:sp>
        <p:sp>
          <p:nvSpPr>
            <p:cNvPr id="29" name="TextBox 29"/>
            <p:cNvSpPr txBox="1"/>
            <p:nvPr/>
          </p:nvSpPr>
          <p:spPr>
            <a:xfrm>
              <a:off x="644787" y="3844290"/>
              <a:ext cx="158225" cy="352044"/>
            </a:xfrm>
            <a:prstGeom prst="rect">
              <a:avLst/>
            </a:prstGeom>
            <a:noFill/>
            <a:ln>
              <a:noFill/>
            </a:ln>
          </p:spPr>
          <p:txBody>
            <a:bodyPr wrap="none" lIns="0" tIns="0" rIns="0" bIns="0" anchor="t" anchorCtr="0">
              <a:spAutoFit/>
            </a:bodyPr>
            <a:lstStyle/>
            <a:p>
              <a:pPr algn="ctr"/>
              <a:r>
                <a:rPr lang="en-US" sz="1800" b="1" dirty="0">
                  <a:solidFill>
                    <a:srgbClr val="FFFFFF"/>
                  </a:solidFill>
                  <a:latin typeface="+mn-lt"/>
                  <a:ea typeface="+mn-ea"/>
                  <a:cs typeface="+mn-cs"/>
                </a:rPr>
                <a:t>1</a:t>
              </a:r>
            </a:p>
          </p:txBody>
        </p:sp>
        <p:sp>
          <p:nvSpPr>
            <p:cNvPr id="30" name="TextBox 30"/>
            <p:cNvSpPr txBox="1"/>
            <p:nvPr/>
          </p:nvSpPr>
          <p:spPr>
            <a:xfrm>
              <a:off x="973962" y="4301490"/>
              <a:ext cx="1366777" cy="352044"/>
            </a:xfrm>
            <a:prstGeom prst="rect">
              <a:avLst/>
            </a:prstGeom>
            <a:noFill/>
            <a:ln>
              <a:noFill/>
            </a:ln>
          </p:spPr>
          <p:txBody>
            <a:bodyPr wrap="none" lIns="0" tIns="0" rIns="0" bIns="0" anchor="t" anchorCtr="0">
              <a:spAutoFit/>
            </a:bodyPr>
            <a:lstStyle/>
            <a:p>
              <a:pPr algn="ctr"/>
              <a:r>
                <a:rPr lang="zh-CN" sz="1800" b="1" dirty="0">
                  <a:solidFill>
                    <a:schemeClr val="dk1"/>
                  </a:solidFill>
                  <a:latin typeface="+mn-lt"/>
                  <a:ea typeface="+mn-ea"/>
                  <a:cs typeface="+mn-cs"/>
                </a:rPr>
                <a:t>ブックを読み込む</a:t>
              </a:r>
            </a:p>
          </p:txBody>
        </p:sp>
        <p:sp>
          <p:nvSpPr>
            <p:cNvPr id="31" name="Rectangle 31"/>
            <p:cNvSpPr/>
            <p:nvPr/>
          </p:nvSpPr>
          <p:spPr>
            <a:xfrm>
              <a:off x="3238500" y="3619500"/>
              <a:ext cx="2552700" cy="1066800"/>
            </a:xfrm>
            <a:prstGeom prst="roundRect">
              <a:avLst>
                <a:gd name="adj" fmla="val 14286"/>
              </a:avLst>
            </a:prstGeom>
            <a:solidFill>
              <a:schemeClr val="lt1"/>
            </a:solidFill>
            <a:ln w="19050">
              <a:solidFill>
                <a:schemeClr val="accent1"/>
              </a:solidFill>
            </a:ln>
          </p:spPr>
        </p:sp>
        <p:sp>
          <p:nvSpPr>
            <p:cNvPr id="32" name="Ellipse 32"/>
            <p:cNvSpPr/>
            <p:nvPr/>
          </p:nvSpPr>
          <p:spPr>
            <a:xfrm>
              <a:off x="3390900" y="3771900"/>
              <a:ext cx="381000" cy="381000"/>
            </a:xfrm>
            <a:prstGeom prst="ellipse">
              <a:avLst/>
            </a:prstGeom>
            <a:solidFill>
              <a:schemeClr val="accent1"/>
            </a:solidFill>
            <a:ln>
              <a:noFill/>
            </a:ln>
          </p:spPr>
        </p:sp>
        <p:sp>
          <p:nvSpPr>
            <p:cNvPr id="33" name="TextBox 33"/>
            <p:cNvSpPr txBox="1"/>
            <p:nvPr/>
          </p:nvSpPr>
          <p:spPr>
            <a:xfrm>
              <a:off x="3502287" y="3844290"/>
              <a:ext cx="158225" cy="352044"/>
            </a:xfrm>
            <a:prstGeom prst="rect">
              <a:avLst/>
            </a:prstGeom>
            <a:noFill/>
            <a:ln>
              <a:noFill/>
            </a:ln>
          </p:spPr>
          <p:txBody>
            <a:bodyPr wrap="none" lIns="0" tIns="0" rIns="0" bIns="0" anchor="t" anchorCtr="0">
              <a:spAutoFit/>
            </a:bodyPr>
            <a:lstStyle/>
            <a:p>
              <a:pPr algn="ctr"/>
              <a:r>
                <a:rPr lang="en-US" sz="1800" b="1" dirty="0">
                  <a:solidFill>
                    <a:srgbClr val="FFFFFF"/>
                  </a:solidFill>
                  <a:latin typeface="+mn-lt"/>
                  <a:ea typeface="+mn-ea"/>
                  <a:cs typeface="+mn-cs"/>
                </a:rPr>
                <a:t>2</a:t>
              </a:r>
            </a:p>
          </p:txBody>
        </p:sp>
        <p:sp>
          <p:nvSpPr>
            <p:cNvPr id="34" name="TextBox 34"/>
            <p:cNvSpPr txBox="1"/>
            <p:nvPr/>
          </p:nvSpPr>
          <p:spPr>
            <a:xfrm>
              <a:off x="3860505" y="4301490"/>
              <a:ext cx="1308689" cy="352044"/>
            </a:xfrm>
            <a:prstGeom prst="rect">
              <a:avLst/>
            </a:prstGeom>
            <a:noFill/>
            <a:ln>
              <a:noFill/>
            </a:ln>
          </p:spPr>
          <p:txBody>
            <a:bodyPr wrap="none" lIns="0" tIns="0" rIns="0" bIns="0" anchor="t" anchorCtr="0">
              <a:spAutoFit/>
            </a:bodyPr>
            <a:lstStyle/>
            <a:p>
              <a:pPr algn="ctr"/>
              <a:r>
                <a:rPr lang="zh-CN" sz="1800" b="1" dirty="0">
                  <a:solidFill>
                    <a:schemeClr val="dk1"/>
                  </a:solidFill>
                  <a:latin typeface="+mn-lt"/>
                  <a:ea typeface="+mn-ea"/>
                  <a:cs typeface="+mn-cs"/>
                </a:rPr>
                <a:t>AI へ依頼する</a:t>
              </a:r>
            </a:p>
          </p:txBody>
        </p:sp>
        <p:sp>
          <p:nvSpPr>
            <p:cNvPr id="35" name="Rectangle 35"/>
            <p:cNvSpPr/>
            <p:nvPr/>
          </p:nvSpPr>
          <p:spPr>
            <a:xfrm>
              <a:off x="6096000" y="3619500"/>
              <a:ext cx="2552700" cy="1066800"/>
            </a:xfrm>
            <a:prstGeom prst="roundRect">
              <a:avLst>
                <a:gd name="adj" fmla="val 14286"/>
              </a:avLst>
            </a:prstGeom>
            <a:solidFill>
              <a:schemeClr val="lt1"/>
            </a:solidFill>
            <a:ln w="19050">
              <a:solidFill>
                <a:schemeClr val="accent1"/>
              </a:solidFill>
            </a:ln>
          </p:spPr>
        </p:sp>
        <p:sp>
          <p:nvSpPr>
            <p:cNvPr id="36" name="Ellipse 36"/>
            <p:cNvSpPr/>
            <p:nvPr/>
          </p:nvSpPr>
          <p:spPr>
            <a:xfrm>
              <a:off x="6248400" y="3771900"/>
              <a:ext cx="381000" cy="381000"/>
            </a:xfrm>
            <a:prstGeom prst="ellipse">
              <a:avLst/>
            </a:prstGeom>
            <a:solidFill>
              <a:schemeClr val="accent1"/>
            </a:solidFill>
            <a:ln>
              <a:noFill/>
            </a:ln>
          </p:spPr>
        </p:sp>
        <p:sp>
          <p:nvSpPr>
            <p:cNvPr id="37" name="TextBox 37"/>
            <p:cNvSpPr txBox="1"/>
            <p:nvPr/>
          </p:nvSpPr>
          <p:spPr>
            <a:xfrm>
              <a:off x="6359787" y="3844290"/>
              <a:ext cx="158225" cy="352044"/>
            </a:xfrm>
            <a:prstGeom prst="rect">
              <a:avLst/>
            </a:prstGeom>
            <a:noFill/>
            <a:ln>
              <a:noFill/>
            </a:ln>
          </p:spPr>
          <p:txBody>
            <a:bodyPr wrap="none" lIns="0" tIns="0" rIns="0" bIns="0" anchor="t" anchorCtr="0">
              <a:spAutoFit/>
            </a:bodyPr>
            <a:lstStyle/>
            <a:p>
              <a:pPr algn="ctr"/>
              <a:r>
                <a:rPr lang="en-US" sz="1800" b="1" dirty="0">
                  <a:solidFill>
                    <a:srgbClr val="FFFFFF"/>
                  </a:solidFill>
                  <a:latin typeface="+mn-lt"/>
                  <a:ea typeface="+mn-ea"/>
                  <a:cs typeface="+mn-cs"/>
                </a:rPr>
                <a:t>3</a:t>
              </a:r>
            </a:p>
          </p:txBody>
        </p:sp>
        <p:sp>
          <p:nvSpPr>
            <p:cNvPr id="38" name="TextBox 38"/>
            <p:cNvSpPr txBox="1"/>
            <p:nvPr/>
          </p:nvSpPr>
          <p:spPr>
            <a:xfrm>
              <a:off x="6644436" y="4301490"/>
              <a:ext cx="1455828" cy="352044"/>
            </a:xfrm>
            <a:prstGeom prst="rect">
              <a:avLst/>
            </a:prstGeom>
            <a:noFill/>
            <a:ln>
              <a:noFill/>
            </a:ln>
          </p:spPr>
          <p:txBody>
            <a:bodyPr wrap="none" lIns="0" tIns="0" rIns="0" bIns="0" anchor="t" anchorCtr="0">
              <a:spAutoFit/>
            </a:bodyPr>
            <a:lstStyle/>
            <a:p>
              <a:pPr algn="ctr"/>
              <a:r>
                <a:rPr lang="zh-CN" sz="1800" b="1" dirty="0">
                  <a:solidFill>
                    <a:schemeClr val="dk1"/>
                  </a:solidFill>
                  <a:latin typeface="+mn-lt"/>
                  <a:ea typeface="+mn-ea"/>
                  <a:cs typeface="+mn-cs"/>
                </a:rPr>
                <a:t>返答を取り込む</a:t>
              </a:r>
            </a:p>
          </p:txBody>
        </p:sp>
        <p:sp>
          <p:nvSpPr>
            <p:cNvPr id="39" name="Rectangle 39"/>
            <p:cNvSpPr/>
            <p:nvPr/>
          </p:nvSpPr>
          <p:spPr>
            <a:xfrm>
              <a:off x="8953500" y="3619500"/>
              <a:ext cx="2552700" cy="1066800"/>
            </a:xfrm>
            <a:prstGeom prst="roundRect">
              <a:avLst>
                <a:gd name="adj" fmla="val 14286"/>
              </a:avLst>
            </a:prstGeom>
            <a:solidFill>
              <a:schemeClr val="lt1"/>
            </a:solidFill>
            <a:ln w="19050">
              <a:solidFill>
                <a:schemeClr val="accent1"/>
              </a:solidFill>
            </a:ln>
          </p:spPr>
        </p:sp>
        <p:sp>
          <p:nvSpPr>
            <p:cNvPr id="40" name="Ellipse 40"/>
            <p:cNvSpPr/>
            <p:nvPr/>
          </p:nvSpPr>
          <p:spPr>
            <a:xfrm>
              <a:off x="9105900" y="3771900"/>
              <a:ext cx="381000" cy="381000"/>
            </a:xfrm>
            <a:prstGeom prst="ellipse">
              <a:avLst/>
            </a:prstGeom>
            <a:solidFill>
              <a:schemeClr val="accent1"/>
            </a:solidFill>
            <a:ln>
              <a:noFill/>
            </a:ln>
          </p:spPr>
        </p:sp>
        <p:sp>
          <p:nvSpPr>
            <p:cNvPr id="41" name="TextBox 41"/>
            <p:cNvSpPr txBox="1"/>
            <p:nvPr/>
          </p:nvSpPr>
          <p:spPr>
            <a:xfrm>
              <a:off x="9217287" y="3844290"/>
              <a:ext cx="158225" cy="352044"/>
            </a:xfrm>
            <a:prstGeom prst="rect">
              <a:avLst/>
            </a:prstGeom>
            <a:noFill/>
            <a:ln>
              <a:noFill/>
            </a:ln>
          </p:spPr>
          <p:txBody>
            <a:bodyPr wrap="none" lIns="0" tIns="0" rIns="0" bIns="0" anchor="t" anchorCtr="0">
              <a:spAutoFit/>
            </a:bodyPr>
            <a:lstStyle/>
            <a:p>
              <a:pPr algn="ctr"/>
              <a:r>
                <a:rPr lang="en-US" sz="1800" b="1" dirty="0">
                  <a:solidFill>
                    <a:srgbClr val="FFFFFF"/>
                  </a:solidFill>
                  <a:latin typeface="+mn-lt"/>
                  <a:ea typeface="+mn-ea"/>
                  <a:cs typeface="+mn-cs"/>
                </a:rPr>
                <a:t>4</a:t>
              </a:r>
            </a:p>
          </p:txBody>
        </p:sp>
        <p:sp>
          <p:nvSpPr>
            <p:cNvPr id="42" name="TextBox 42"/>
            <p:cNvSpPr txBox="1"/>
            <p:nvPr/>
          </p:nvSpPr>
          <p:spPr>
            <a:xfrm>
              <a:off x="9743646" y="4301490"/>
              <a:ext cx="972407" cy="352044"/>
            </a:xfrm>
            <a:prstGeom prst="rect">
              <a:avLst/>
            </a:prstGeom>
            <a:noFill/>
            <a:ln>
              <a:noFill/>
            </a:ln>
          </p:spPr>
          <p:txBody>
            <a:bodyPr wrap="none" lIns="0" tIns="0" rIns="0" bIns="0" anchor="t" anchorCtr="0">
              <a:spAutoFit/>
            </a:bodyPr>
            <a:lstStyle/>
            <a:p>
              <a:pPr algn="ctr"/>
              <a:r>
                <a:rPr lang="zh-CN" sz="1800" b="1" dirty="0">
                  <a:solidFill>
                    <a:schemeClr val="dk1"/>
                  </a:solidFill>
                  <a:latin typeface="+mn-lt"/>
                  <a:ea typeface="+mn-ea"/>
                  <a:cs typeface="+mn-cs"/>
                </a:rPr>
                <a:t>ブックを作る</a:t>
              </a:r>
            </a:p>
          </p:txBody>
        </p:sp>
      </p:grpSp>
      <p:grpSp>
        <p:nvGrpSpPr>
          <p:cNvPr id="48" name="Group 48"/>
          <p:cNvGrpSpPr/>
          <p:nvPr/>
        </p:nvGrpSpPr>
        <p:grpSpPr>
          <a:xfrm>
            <a:off x="3238500" y="4686300"/>
            <a:ext cx="5905500" cy="1219200"/>
            <a:chOff x="3238500" y="4686300"/>
            <a:chExt cx="5905500" cy="1219200"/>
          </a:xfrm>
        </p:grpSpPr>
        <p:sp>
          <p:nvSpPr>
            <p:cNvPr id="44" name="Line 44"/>
            <p:cNvSpPr/>
            <p:nvPr/>
          </p:nvSpPr>
          <p:spPr>
            <a:xfrm>
              <a:off x="4514850" y="4686300"/>
              <a:ext cx="1" cy="571500"/>
            </a:xfrm>
            <a:prstGeom prst="line">
              <a:avLst/>
            </a:prstGeom>
            <a:noFill/>
            <a:ln w="28575">
              <a:solidFill>
                <a:schemeClr val="accent2"/>
              </a:solidFill>
              <a:tailEnd type="triangle" w="lg" len="lg"/>
            </a:ln>
          </p:spPr>
        </p:sp>
        <p:sp>
          <p:nvSpPr>
            <p:cNvPr id="45" name="Rectangle 45"/>
            <p:cNvSpPr/>
            <p:nvPr/>
          </p:nvSpPr>
          <p:spPr>
            <a:xfrm>
              <a:off x="3238500" y="5334000"/>
              <a:ext cx="5905500" cy="571500"/>
            </a:xfrm>
            <a:prstGeom prst="roundRect">
              <a:avLst>
                <a:gd name="adj" fmla="val 23333"/>
              </a:avLst>
            </a:prstGeom>
            <a:solidFill>
              <a:schemeClr val="lt1"/>
            </a:solidFill>
            <a:ln w="19050">
              <a:solidFill>
                <a:schemeClr val="accent2"/>
              </a:solidFill>
            </a:ln>
          </p:spPr>
        </p:sp>
        <p:sp>
          <p:nvSpPr>
            <p:cNvPr id="46" name="Freeform 46"/>
            <p:cNvSpPr/>
            <p:nvPr/>
          </p:nvSpPr>
          <p:spPr>
            <a:xfrm>
              <a:off x="3527425" y="5503647"/>
              <a:ext cx="233697" cy="234079"/>
            </a:xfrm>
            <a:custGeom>
              <a:avLst/>
              <a:gdLst/>
              <a:ahLst/>
              <a:cxnLst/>
              <a:rect l="l" t="t" r="r" b="b"/>
              <a:pathLst>
                <a:path w="233697" h="234079">
                  <a:moveTo>
                    <a:pt x="166688" y="19869"/>
                  </a:moveTo>
                  <a:cubicBezTo>
                    <a:pt x="212998" y="46608"/>
                    <a:pt x="233697" y="102539"/>
                    <a:pt x="215950" y="152984"/>
                  </a:cubicBezTo>
                  <a:cubicBezTo>
                    <a:pt x="198203" y="203428"/>
                    <a:pt x="147044" y="234079"/>
                    <a:pt x="94193" y="225932"/>
                  </a:cubicBezTo>
                  <a:cubicBezTo>
                    <a:pt x="41341" y="217785"/>
                    <a:pt x="1788" y="173151"/>
                    <a:pt x="56" y="119704"/>
                  </a:cubicBezTo>
                  <a:lnTo>
                    <a:pt x="0" y="116103"/>
                  </a:lnTo>
                  <a:lnTo>
                    <a:pt x="56" y="112503"/>
                  </a:lnTo>
                  <a:cubicBezTo>
                    <a:pt x="1321" y="73464"/>
                    <a:pt x="22990" y="37956"/>
                    <a:pt x="57128" y="18978"/>
                  </a:cubicBezTo>
                  <a:cubicBezTo>
                    <a:pt x="91267" y="0"/>
                    <a:pt x="132862" y="338"/>
                    <a:pt x="166688" y="19869"/>
                  </a:cubicBezTo>
                  <a:close/>
                  <a:moveTo>
                    <a:pt x="152319" y="86021"/>
                  </a:moveTo>
                  <a:cubicBezTo>
                    <a:pt x="148360" y="82063"/>
                    <a:pt x="142075" y="81668"/>
                    <a:pt x="137651" y="85099"/>
                  </a:cubicBezTo>
                  <a:lnTo>
                    <a:pt x="136606" y="86021"/>
                  </a:lnTo>
                  <a:lnTo>
                    <a:pt x="100013" y="122604"/>
                  </a:lnTo>
                  <a:lnTo>
                    <a:pt x="85644" y="108246"/>
                  </a:lnTo>
                  <a:lnTo>
                    <a:pt x="84600" y="107324"/>
                  </a:lnTo>
                  <a:cubicBezTo>
                    <a:pt x="80176" y="103895"/>
                    <a:pt x="73892" y="104292"/>
                    <a:pt x="69934" y="108249"/>
                  </a:cubicBezTo>
                  <a:cubicBezTo>
                    <a:pt x="65976" y="112207"/>
                    <a:pt x="65580" y="118491"/>
                    <a:pt x="69009" y="122915"/>
                  </a:cubicBezTo>
                  <a:lnTo>
                    <a:pt x="69931" y="123960"/>
                  </a:lnTo>
                  <a:lnTo>
                    <a:pt x="92156" y="146185"/>
                  </a:lnTo>
                  <a:lnTo>
                    <a:pt x="93201" y="147107"/>
                  </a:lnTo>
                  <a:cubicBezTo>
                    <a:pt x="97210" y="150217"/>
                    <a:pt x="102816" y="150217"/>
                    <a:pt x="106825" y="147107"/>
                  </a:cubicBezTo>
                  <a:lnTo>
                    <a:pt x="107869" y="146185"/>
                  </a:lnTo>
                  <a:lnTo>
                    <a:pt x="152319" y="101735"/>
                  </a:lnTo>
                  <a:lnTo>
                    <a:pt x="153242" y="100690"/>
                  </a:lnTo>
                  <a:cubicBezTo>
                    <a:pt x="156673" y="96266"/>
                    <a:pt x="156278" y="89980"/>
                    <a:pt x="152319" y="86021"/>
                  </a:cubicBezTo>
                  <a:close/>
                </a:path>
              </a:pathLst>
            </a:custGeom>
            <a:solidFill>
              <a:schemeClr val="accent2"/>
            </a:solidFill>
            <a:ln>
              <a:noFill/>
            </a:ln>
          </p:spPr>
        </p:sp>
        <p:sp>
          <p:nvSpPr>
            <p:cNvPr id="47" name="TextBox 47"/>
            <p:cNvSpPr txBox="1"/>
            <p:nvPr/>
          </p:nvSpPr>
          <p:spPr>
            <a:xfrm>
              <a:off x="3915156" y="5501640"/>
              <a:ext cx="4623504" cy="352044"/>
            </a:xfrm>
            <a:prstGeom prst="rect">
              <a:avLst/>
            </a:prstGeom>
            <a:noFill/>
            <a:ln>
              <a:noFill/>
            </a:ln>
          </p:spPr>
          <p:txBody>
            <a:bodyPr wrap="none" lIns="0" tIns="0" rIns="0" bIns="0" anchor="t" anchorCtr="0">
              <a:spAutoFit/>
            </a:bodyPr>
            <a:lstStyle/>
            <a:p>
              <a:pPr algn="l"/>
              <a:r>
                <a:rPr lang="zh-CN" sz="1800" b="1" dirty="0">
                  <a:solidFill>
                    <a:schemeClr val="dk1"/>
                  </a:solidFill>
                  <a:latin typeface="+mn-lt"/>
                  <a:ea typeface="+mn-ea"/>
                  <a:cs typeface="+mn-cs"/>
                </a:rPr>
                <a:t>聞くだけの場合は、手順 2 で［完了］が出ます。</a:t>
              </a:r>
            </a:p>
          </p:txBody>
        </p:sp>
      </p:grpSp>
      <p:grpSp>
        <p:nvGrpSpPr>
          <p:cNvPr id="51" name="Group 51"/>
          <p:cNvGrpSpPr/>
          <p:nvPr/>
        </p:nvGrpSpPr>
        <p:grpSpPr>
          <a:xfrm>
            <a:off x="374904" y="6366510"/>
            <a:ext cx="11442192" cy="234696"/>
            <a:chOff x="374904" y="6366510"/>
            <a:chExt cx="11442192" cy="234696"/>
          </a:xfrm>
        </p:grpSpPr>
        <p:sp>
          <p:nvSpPr>
            <p:cNvPr id="49" name="TextBox 49"/>
            <p:cNvSpPr txBox="1"/>
            <p:nvPr/>
          </p:nvSpPr>
          <p:spPr>
            <a:xfrm>
              <a:off x="374904" y="6366510"/>
              <a:ext cx="1312621" cy="234696"/>
            </a:xfrm>
            <a:prstGeom prst="rect">
              <a:avLst/>
            </a:prstGeom>
            <a:noFill/>
            <a:ln>
              <a:noFill/>
            </a:ln>
          </p:spPr>
          <p:txBody>
            <a:bodyPr wrap="none" lIns="0" tIns="0" rIns="0" bIns="0" anchor="t" anchorCtr="0">
              <a:spAutoFit/>
            </a:bodyPr>
            <a:lstStyle/>
            <a:p>
              <a:pPr algn="l"/>
              <a:r>
                <a:rPr lang="zh-CN" sz="1200" dirty="0">
                  <a:solidFill>
                    <a:srgbClr val="5B6B7C"/>
                  </a:solidFill>
                  <a:latin typeface="+mn-lt"/>
                  <a:ea typeface="+mn-ea"/>
                  <a:cs typeface="+mn-cs"/>
                </a:rPr>
                <a:t>第二部 操作マニュアル</a:t>
              </a:r>
            </a:p>
          </p:txBody>
        </p:sp>
        <p:sp>
          <p:nvSpPr>
            <p:cNvPr id="50" name="TextBox 50"/>
            <p:cNvSpPr txBox="1"/>
            <p:nvPr/>
          </p:nvSpPr>
          <p:spPr>
            <a:xfrm>
              <a:off x="11627206" y="6366510"/>
              <a:ext cx="189890" cy="234696"/>
            </a:xfrm>
            <a:prstGeom prst="rect">
              <a:avLst/>
            </a:prstGeom>
            <a:noFill/>
            <a:ln>
              <a:noFill/>
            </a:ln>
          </p:spPr>
          <p:txBody>
            <a:bodyPr wrap="none" lIns="0" tIns="0" rIns="0" bIns="0" anchor="t" anchorCtr="0">
              <a:spAutoFit/>
            </a:bodyPr>
            <a:lstStyle/>
            <a:p>
              <a:pPr algn="r"/>
              <a:r>
                <a:rPr lang="en-US" sz="1200" dirty="0">
                  <a:solidFill>
                    <a:srgbClr val="5B6B7C"/>
                  </a:solidFill>
                  <a:latin typeface="+mn-lt"/>
                  <a:ea typeface="+mn-ea"/>
                  <a:cs typeface="+mn-cs"/>
                </a:rPr>
                <a:t>09</a:t>
              </a:r>
            </a:p>
          </p:txBody>
        </p:sp>
      </p:gr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Group 6"/>
          <p:cNvGrpSpPr/>
          <p:nvPr/>
        </p:nvGrpSpPr>
        <p:grpSpPr>
          <a:xfrm>
            <a:off x="381000" y="476250"/>
            <a:ext cx="11430000" cy="657225"/>
            <a:chOff x="381000" y="476250"/>
            <a:chExt cx="11430000" cy="657225"/>
          </a:xfrm>
        </p:grpSpPr>
        <p:sp>
          <p:nvSpPr>
            <p:cNvPr id="2" name="Rectangle 2"/>
            <p:cNvSpPr/>
            <p:nvPr/>
          </p:nvSpPr>
          <p:spPr>
            <a:xfrm>
              <a:off x="381000" y="476250"/>
              <a:ext cx="1600200" cy="342900"/>
            </a:xfrm>
            <a:prstGeom prst="roundRect">
              <a:avLst>
                <a:gd name="adj" fmla="val 50000"/>
              </a:avLst>
            </a:prstGeom>
            <a:solidFill>
              <a:schemeClr val="accent1"/>
            </a:solidFill>
            <a:ln>
              <a:noFill/>
            </a:ln>
          </p:spPr>
        </p:sp>
        <p:sp>
          <p:nvSpPr>
            <p:cNvPr id="3" name="TextBox 3"/>
            <p:cNvSpPr txBox="1"/>
            <p:nvPr/>
          </p:nvSpPr>
          <p:spPr>
            <a:xfrm>
              <a:off x="730577" y="568642"/>
              <a:ext cx="901047"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mn-lt"/>
                  <a:ea typeface="+mn-ea"/>
                  <a:cs typeface="+mn-cs"/>
                </a:rPr>
                <a:t>画面の見かた</a:t>
              </a:r>
            </a:p>
          </p:txBody>
        </p:sp>
        <p:sp>
          <p:nvSpPr>
            <p:cNvPr id="4" name="TextBox 4"/>
            <p:cNvSpPr txBox="1"/>
            <p:nvPr/>
          </p:nvSpPr>
          <p:spPr>
            <a:xfrm>
              <a:off x="2136648" y="479108"/>
              <a:ext cx="5397335" cy="616077"/>
            </a:xfrm>
            <a:prstGeom prst="rect">
              <a:avLst/>
            </a:prstGeom>
            <a:noFill/>
            <a:ln>
              <a:noFill/>
            </a:ln>
          </p:spPr>
          <p:txBody>
            <a:bodyPr wrap="none" lIns="0" tIns="0" rIns="0" bIns="0" anchor="t" anchorCtr="0">
              <a:spAutoFit/>
            </a:bodyPr>
            <a:lstStyle/>
            <a:p>
              <a:pPr algn="l"/>
              <a:r>
                <a:rPr lang="zh-CN" sz="3150" b="1" dirty="0">
                  <a:solidFill>
                    <a:schemeClr val="dk1"/>
                  </a:solidFill>
                  <a:latin typeface="+mn-lt"/>
                  <a:ea typeface="+mn-ea"/>
                  <a:cs typeface="+mn-cs"/>
                </a:rPr>
                <a:t>起動すると、この画面から始まります</a:t>
              </a:r>
            </a:p>
          </p:txBody>
        </p:sp>
        <p:sp>
          <p:nvSpPr>
            <p:cNvPr id="5" name="Line 5"/>
            <p:cNvSpPr/>
            <p:nvPr/>
          </p:nvSpPr>
          <p:spPr>
            <a:xfrm>
              <a:off x="381000" y="1123950"/>
              <a:ext cx="11430000" cy="9525"/>
            </a:xfrm>
            <a:custGeom>
              <a:avLst/>
              <a:gdLst/>
              <a:ahLst/>
              <a:cxnLst/>
              <a:rect l="l" t="t" r="r" b="b"/>
              <a:pathLst>
                <a:path w="11430000" h="9525">
                  <a:moveTo>
                    <a:pt x="0" y="0"/>
                  </a:moveTo>
                  <a:lnTo>
                    <a:pt x="11430000" y="0"/>
                  </a:lnTo>
                </a:path>
              </a:pathLst>
            </a:custGeom>
            <a:noFill/>
            <a:ln w="9525">
              <a:solidFill>
                <a:srgbClr val="E2E8F0"/>
              </a:solidFill>
            </a:ln>
          </p:spPr>
        </p:sp>
      </p:grpSp>
      <p:grpSp>
        <p:nvGrpSpPr>
          <p:cNvPr id="18" name="Group 18"/>
          <p:cNvGrpSpPr/>
          <p:nvPr/>
        </p:nvGrpSpPr>
        <p:grpSpPr>
          <a:xfrm>
            <a:off x="342900" y="1371600"/>
            <a:ext cx="6477000" cy="3676650"/>
            <a:chOff x="342900" y="1371600"/>
            <a:chExt cx="6477000" cy="3676650"/>
          </a:xfrm>
        </p:grpSpPr>
        <p:sp>
          <p:nvSpPr>
            <p:cNvPr id="7" name="Rectangle 7"/>
            <p:cNvSpPr/>
            <p:nvPr/>
          </p:nvSpPr>
          <p:spPr>
            <a:xfrm>
              <a:off x="342900" y="1371600"/>
              <a:ext cx="6477000" cy="3676650"/>
            </a:xfrm>
            <a:prstGeom prst="roundRect">
              <a:avLst>
                <a:gd name="adj" fmla="val 3627"/>
              </a:avLst>
            </a:prstGeom>
            <a:solidFill>
              <a:schemeClr val="accent6"/>
            </a:solidFill>
            <a:ln>
              <a:noFill/>
            </a:ln>
          </p:spPr>
        </p:sp>
        <p:pic>
          <p:nvPicPr>
            <p:cNvPr id="8" name="Image 8"/>
            <p:cNvPicPr>
              <a:picLocks noChangeAspect="1"/>
            </p:cNvPicPr>
            <p:nvPr/>
          </p:nvPicPr>
          <p:blipFill>
            <a:blip r:embed="rId2"/>
            <a:stretch>
              <a:fillRect/>
            </a:stretch>
          </p:blipFill>
          <p:spPr>
            <a:xfrm>
              <a:off x="381000" y="1409700"/>
              <a:ext cx="6400800" cy="3600450"/>
            </a:xfrm>
            <a:prstGeom prst="roundRect">
              <a:avLst>
                <a:gd name="adj" fmla="val 2645"/>
              </a:avLst>
            </a:prstGeom>
          </p:spPr>
        </p:pic>
        <p:sp>
          <p:nvSpPr>
            <p:cNvPr id="9" name="Rectangle 9"/>
            <p:cNvSpPr/>
            <p:nvPr/>
          </p:nvSpPr>
          <p:spPr>
            <a:xfrm>
              <a:off x="381000" y="1409700"/>
              <a:ext cx="6400800" cy="3600450"/>
            </a:xfrm>
            <a:prstGeom prst="roundRect">
              <a:avLst>
                <a:gd name="adj" fmla="val 2646"/>
              </a:avLst>
            </a:prstGeom>
            <a:noFill/>
            <a:ln w="9525">
              <a:solidFill>
                <a:srgbClr val="E2E8F0"/>
              </a:solidFill>
            </a:ln>
          </p:spPr>
        </p:sp>
        <p:sp>
          <p:nvSpPr>
            <p:cNvPr id="10" name="Ellipse 10"/>
            <p:cNvSpPr/>
            <p:nvPr/>
          </p:nvSpPr>
          <p:spPr>
            <a:xfrm>
              <a:off x="1609725" y="1495425"/>
              <a:ext cx="361950" cy="361950"/>
            </a:xfrm>
            <a:prstGeom prst="ellipse">
              <a:avLst/>
            </a:prstGeom>
            <a:solidFill>
              <a:schemeClr val="accent1"/>
            </a:solidFill>
            <a:ln w="28575">
              <a:solidFill>
                <a:srgbClr val="FFFFFF"/>
              </a:solidFill>
            </a:ln>
          </p:spPr>
        </p:sp>
        <p:sp>
          <p:nvSpPr>
            <p:cNvPr id="11" name="TextBox 11"/>
            <p:cNvSpPr txBox="1"/>
            <p:nvPr/>
          </p:nvSpPr>
          <p:spPr>
            <a:xfrm>
              <a:off x="1724773" y="1590675"/>
              <a:ext cx="131855" cy="293370"/>
            </a:xfrm>
            <a:prstGeom prst="rect">
              <a:avLst/>
            </a:prstGeom>
            <a:noFill/>
            <a:ln>
              <a:noFill/>
            </a:ln>
          </p:spPr>
          <p:txBody>
            <a:bodyPr wrap="none" lIns="0" tIns="0" rIns="0" bIns="0" anchor="t" anchorCtr="0">
              <a:spAutoFit/>
            </a:bodyPr>
            <a:lstStyle/>
            <a:p>
              <a:pPr algn="ctr"/>
              <a:r>
                <a:rPr lang="en-US" sz="1500" b="1" dirty="0">
                  <a:solidFill>
                    <a:srgbClr val="FFFFFF"/>
                  </a:solidFill>
                  <a:latin typeface="+mn-lt"/>
                  <a:ea typeface="+mn-ea"/>
                  <a:cs typeface="+mn-cs"/>
                </a:rPr>
                <a:t>1</a:t>
              </a:r>
            </a:p>
          </p:txBody>
        </p:sp>
        <p:sp>
          <p:nvSpPr>
            <p:cNvPr id="12" name="Ellipse 12"/>
            <p:cNvSpPr/>
            <p:nvPr/>
          </p:nvSpPr>
          <p:spPr>
            <a:xfrm>
              <a:off x="828675" y="4562475"/>
              <a:ext cx="361950" cy="361950"/>
            </a:xfrm>
            <a:prstGeom prst="ellipse">
              <a:avLst/>
            </a:prstGeom>
            <a:solidFill>
              <a:schemeClr val="accent1"/>
            </a:solidFill>
            <a:ln w="28575">
              <a:solidFill>
                <a:srgbClr val="FFFFFF"/>
              </a:solidFill>
            </a:ln>
          </p:spPr>
        </p:sp>
        <p:sp>
          <p:nvSpPr>
            <p:cNvPr id="13" name="TextBox 13"/>
            <p:cNvSpPr txBox="1"/>
            <p:nvPr/>
          </p:nvSpPr>
          <p:spPr>
            <a:xfrm>
              <a:off x="943723" y="4657725"/>
              <a:ext cx="131855" cy="293370"/>
            </a:xfrm>
            <a:prstGeom prst="rect">
              <a:avLst/>
            </a:prstGeom>
            <a:noFill/>
            <a:ln>
              <a:noFill/>
            </a:ln>
          </p:spPr>
          <p:txBody>
            <a:bodyPr wrap="none" lIns="0" tIns="0" rIns="0" bIns="0" anchor="t" anchorCtr="0">
              <a:spAutoFit/>
            </a:bodyPr>
            <a:lstStyle/>
            <a:p>
              <a:pPr algn="ctr"/>
              <a:r>
                <a:rPr lang="en-US" sz="1500" b="1" dirty="0">
                  <a:solidFill>
                    <a:srgbClr val="FFFFFF"/>
                  </a:solidFill>
                  <a:latin typeface="+mn-lt"/>
                  <a:ea typeface="+mn-ea"/>
                  <a:cs typeface="+mn-cs"/>
                </a:rPr>
                <a:t>2</a:t>
              </a:r>
            </a:p>
          </p:txBody>
        </p:sp>
        <p:sp>
          <p:nvSpPr>
            <p:cNvPr id="14" name="Ellipse 14"/>
            <p:cNvSpPr/>
            <p:nvPr/>
          </p:nvSpPr>
          <p:spPr>
            <a:xfrm>
              <a:off x="6296025" y="1495425"/>
              <a:ext cx="361950" cy="361950"/>
            </a:xfrm>
            <a:prstGeom prst="ellipse">
              <a:avLst/>
            </a:prstGeom>
            <a:solidFill>
              <a:schemeClr val="accent1"/>
            </a:solidFill>
            <a:ln w="28575">
              <a:solidFill>
                <a:srgbClr val="FFFFFF"/>
              </a:solidFill>
            </a:ln>
          </p:spPr>
        </p:sp>
        <p:sp>
          <p:nvSpPr>
            <p:cNvPr id="15" name="TextBox 15"/>
            <p:cNvSpPr txBox="1"/>
            <p:nvPr/>
          </p:nvSpPr>
          <p:spPr>
            <a:xfrm>
              <a:off x="6411073" y="1590675"/>
              <a:ext cx="131855" cy="293370"/>
            </a:xfrm>
            <a:prstGeom prst="rect">
              <a:avLst/>
            </a:prstGeom>
            <a:noFill/>
            <a:ln>
              <a:noFill/>
            </a:ln>
          </p:spPr>
          <p:txBody>
            <a:bodyPr wrap="none" lIns="0" tIns="0" rIns="0" bIns="0" anchor="t" anchorCtr="0">
              <a:spAutoFit/>
            </a:bodyPr>
            <a:lstStyle/>
            <a:p>
              <a:pPr algn="ctr"/>
              <a:r>
                <a:rPr lang="en-US" sz="1500" b="1" dirty="0">
                  <a:solidFill>
                    <a:srgbClr val="FFFFFF"/>
                  </a:solidFill>
                  <a:latin typeface="+mn-lt"/>
                  <a:ea typeface="+mn-ea"/>
                  <a:cs typeface="+mn-cs"/>
                </a:rPr>
                <a:t>3</a:t>
              </a:r>
            </a:p>
          </p:txBody>
        </p:sp>
        <p:sp>
          <p:nvSpPr>
            <p:cNvPr id="16" name="Ellipse 16"/>
            <p:cNvSpPr/>
            <p:nvPr/>
          </p:nvSpPr>
          <p:spPr>
            <a:xfrm>
              <a:off x="5534025" y="1495425"/>
              <a:ext cx="361950" cy="361950"/>
            </a:xfrm>
            <a:prstGeom prst="ellipse">
              <a:avLst/>
            </a:prstGeom>
            <a:solidFill>
              <a:schemeClr val="accent1"/>
            </a:solidFill>
            <a:ln w="28575">
              <a:solidFill>
                <a:srgbClr val="FFFFFF"/>
              </a:solidFill>
            </a:ln>
          </p:spPr>
        </p:sp>
        <p:sp>
          <p:nvSpPr>
            <p:cNvPr id="17" name="TextBox 17"/>
            <p:cNvSpPr txBox="1"/>
            <p:nvPr/>
          </p:nvSpPr>
          <p:spPr>
            <a:xfrm>
              <a:off x="5649073" y="1590675"/>
              <a:ext cx="131855" cy="293370"/>
            </a:xfrm>
            <a:prstGeom prst="rect">
              <a:avLst/>
            </a:prstGeom>
            <a:noFill/>
            <a:ln>
              <a:noFill/>
            </a:ln>
          </p:spPr>
          <p:txBody>
            <a:bodyPr wrap="none" lIns="0" tIns="0" rIns="0" bIns="0" anchor="t" anchorCtr="0">
              <a:spAutoFit/>
            </a:bodyPr>
            <a:lstStyle/>
            <a:p>
              <a:pPr algn="ctr"/>
              <a:r>
                <a:rPr lang="en-US" sz="1500" b="1" dirty="0">
                  <a:solidFill>
                    <a:srgbClr val="FFFFFF"/>
                  </a:solidFill>
                  <a:latin typeface="+mn-lt"/>
                  <a:ea typeface="+mn-ea"/>
                  <a:cs typeface="+mn-cs"/>
                </a:rPr>
                <a:t>4</a:t>
              </a:r>
            </a:p>
          </p:txBody>
        </p:sp>
      </p:grpSp>
      <p:grpSp>
        <p:nvGrpSpPr>
          <p:cNvPr id="22" name="Group 22"/>
          <p:cNvGrpSpPr/>
          <p:nvPr/>
        </p:nvGrpSpPr>
        <p:grpSpPr>
          <a:xfrm>
            <a:off x="342900" y="5238750"/>
            <a:ext cx="6477000" cy="971550"/>
            <a:chOff x="342900" y="5238750"/>
            <a:chExt cx="6477000" cy="971550"/>
          </a:xfrm>
        </p:grpSpPr>
        <p:sp>
          <p:nvSpPr>
            <p:cNvPr id="19" name="Rectangle 19"/>
            <p:cNvSpPr/>
            <p:nvPr/>
          </p:nvSpPr>
          <p:spPr>
            <a:xfrm>
              <a:off x="342900" y="5238750"/>
              <a:ext cx="6477000" cy="971550"/>
            </a:xfrm>
            <a:prstGeom prst="roundRect">
              <a:avLst>
                <a:gd name="adj" fmla="val 13725"/>
              </a:avLst>
            </a:prstGeom>
            <a:solidFill>
              <a:schemeClr val="lt1"/>
            </a:solidFill>
            <a:ln w="19050">
              <a:solidFill>
                <a:srgbClr val="2E7D5B"/>
              </a:solidFill>
            </a:ln>
          </p:spPr>
        </p:sp>
        <p:sp>
          <p:nvSpPr>
            <p:cNvPr id="20" name="Freeform 20"/>
            <p:cNvSpPr/>
            <p:nvPr/>
          </p:nvSpPr>
          <p:spPr>
            <a:xfrm>
              <a:off x="657224" y="5481083"/>
              <a:ext cx="166694" cy="201135"/>
            </a:xfrm>
            <a:custGeom>
              <a:avLst/>
              <a:gdLst/>
              <a:ahLst/>
              <a:cxnLst/>
              <a:rect l="l" t="t" r="r" b="b"/>
              <a:pathLst>
                <a:path w="166694" h="201135">
                  <a:moveTo>
                    <a:pt x="1" y="11667"/>
                  </a:moveTo>
                  <a:lnTo>
                    <a:pt x="1" y="189468"/>
                  </a:lnTo>
                  <a:cubicBezTo>
                    <a:pt x="0" y="193494"/>
                    <a:pt x="2177" y="197206"/>
                    <a:pt x="5691" y="199171"/>
                  </a:cubicBezTo>
                  <a:cubicBezTo>
                    <a:pt x="9205" y="201135"/>
                    <a:pt x="13507" y="201046"/>
                    <a:pt x="16937" y="198936"/>
                  </a:cubicBezTo>
                  <a:lnTo>
                    <a:pt x="161400" y="110036"/>
                  </a:lnTo>
                  <a:cubicBezTo>
                    <a:pt x="164690" y="108014"/>
                    <a:pt x="166694" y="104429"/>
                    <a:pt x="166694" y="100568"/>
                  </a:cubicBezTo>
                  <a:cubicBezTo>
                    <a:pt x="166694" y="96706"/>
                    <a:pt x="164690" y="93122"/>
                    <a:pt x="161400" y="91100"/>
                  </a:cubicBezTo>
                  <a:lnTo>
                    <a:pt x="16937" y="2200"/>
                  </a:lnTo>
                  <a:cubicBezTo>
                    <a:pt x="13507" y="90"/>
                    <a:pt x="9205" y="0"/>
                    <a:pt x="5691" y="1965"/>
                  </a:cubicBezTo>
                  <a:cubicBezTo>
                    <a:pt x="2177" y="3929"/>
                    <a:pt x="0" y="7641"/>
                    <a:pt x="1" y="11667"/>
                  </a:cubicBezTo>
                  <a:close/>
                </a:path>
              </a:pathLst>
            </a:custGeom>
            <a:solidFill>
              <a:srgbClr val="2E7D5B"/>
            </a:solidFill>
            <a:ln>
              <a:noFill/>
            </a:ln>
          </p:spPr>
        </p:sp>
        <p:sp>
          <p:nvSpPr>
            <p:cNvPr id="21" name="TextBox 21"/>
            <p:cNvSpPr txBox="1"/>
            <p:nvPr/>
          </p:nvSpPr>
          <p:spPr>
            <a:xfrm>
              <a:off x="943356" y="5463540"/>
              <a:ext cx="5859018" cy="675894"/>
            </a:xfrm>
            <a:prstGeom prst="rect">
              <a:avLst/>
            </a:prstGeom>
            <a:noFill/>
            <a:ln>
              <a:noFill/>
            </a:ln>
          </p:spPr>
          <p:txBody>
            <a:bodyPr wrap="square" lIns="0" tIns="0" rIns="0" bIns="0" anchor="t" anchorCtr="0"/>
            <a:lstStyle/>
            <a:p>
              <a:pPr algn="l">
                <a:lnSpc>
                  <a:spcPts val="2550"/>
                </a:lnSpc>
              </a:pPr>
              <a:r>
                <a:rPr lang="zh-CN" sz="1800" dirty="0">
                  <a:solidFill>
                    <a:schemeClr val="dk1"/>
                  </a:solidFill>
                  <a:latin typeface="+mn-lt"/>
                  <a:ea typeface="+mn-ea"/>
                  <a:cs typeface="+mn-cs"/>
                </a:rPr>
                <a:t xml:space="preserve">起動は </a:t>
              </a:r>
              <a:r>
                <a:rPr lang="en-US" sz="1800" dirty="0">
                  <a:solidFill>
                    <a:schemeClr val="dk1"/>
                  </a:solidFill>
                  <a:latin typeface="Consolas"/>
                  <a:ea typeface="Consolas"/>
                  <a:cs typeface="Consolas"/>
                </a:rPr>
                <a:t>launch.vbs</a:t>
              </a:r>
              <a:r>
                <a:rPr lang="zh-CN" sz="1800" dirty="0">
                  <a:solidFill>
                    <a:schemeClr val="dk1"/>
                  </a:solidFill>
                  <a:latin typeface="+mn-lt"/>
                  <a:ea typeface="+mn-ea"/>
                  <a:cs typeface="+mn-cs"/>
                </a:rPr>
                <a:t xml:space="preserve"> をダブルクリック。黒いコマンド画面は出ません。小さな読み込み画面のあと本画面になります。</a:t>
              </a:r>
            </a:p>
          </p:txBody>
        </p:sp>
      </p:grpSp>
      <p:grpSp>
        <p:nvGrpSpPr>
          <p:cNvPr id="35" name="Group 35"/>
          <p:cNvGrpSpPr/>
          <p:nvPr/>
        </p:nvGrpSpPr>
        <p:grpSpPr>
          <a:xfrm>
            <a:off x="7058025" y="1457325"/>
            <a:ext cx="3996309" cy="4586859"/>
            <a:chOff x="7058025" y="1457325"/>
            <a:chExt cx="3996309" cy="4586859"/>
          </a:xfrm>
        </p:grpSpPr>
        <p:sp>
          <p:nvSpPr>
            <p:cNvPr id="23" name="Ellipse 23"/>
            <p:cNvSpPr/>
            <p:nvPr/>
          </p:nvSpPr>
          <p:spPr>
            <a:xfrm>
              <a:off x="7058025" y="1457325"/>
              <a:ext cx="361950" cy="361950"/>
            </a:xfrm>
            <a:prstGeom prst="ellipse">
              <a:avLst/>
            </a:prstGeom>
            <a:solidFill>
              <a:schemeClr val="accent1"/>
            </a:solidFill>
            <a:ln>
              <a:noFill/>
            </a:ln>
          </p:spPr>
        </p:sp>
        <p:sp>
          <p:nvSpPr>
            <p:cNvPr id="24" name="TextBox 24"/>
            <p:cNvSpPr txBox="1"/>
            <p:nvPr/>
          </p:nvSpPr>
          <p:spPr>
            <a:xfrm>
              <a:off x="7173073" y="1552575"/>
              <a:ext cx="131855" cy="293370"/>
            </a:xfrm>
            <a:prstGeom prst="rect">
              <a:avLst/>
            </a:prstGeom>
            <a:noFill/>
            <a:ln>
              <a:noFill/>
            </a:ln>
          </p:spPr>
          <p:txBody>
            <a:bodyPr wrap="none" lIns="0" tIns="0" rIns="0" bIns="0" anchor="t" anchorCtr="0">
              <a:spAutoFit/>
            </a:bodyPr>
            <a:lstStyle/>
            <a:p>
              <a:pPr algn="ctr"/>
              <a:r>
                <a:rPr lang="en-US" sz="1500" b="1" dirty="0">
                  <a:solidFill>
                    <a:srgbClr val="FFFFFF"/>
                  </a:solidFill>
                  <a:latin typeface="+mn-lt"/>
                  <a:ea typeface="+mn-ea"/>
                  <a:cs typeface="+mn-cs"/>
                </a:rPr>
                <a:t>1</a:t>
              </a:r>
            </a:p>
          </p:txBody>
        </p:sp>
        <p:sp>
          <p:nvSpPr>
            <p:cNvPr id="25" name="TextBox 25"/>
            <p:cNvSpPr txBox="1"/>
            <p:nvPr/>
          </p:nvSpPr>
          <p:spPr>
            <a:xfrm>
              <a:off x="7572756" y="1520190"/>
              <a:ext cx="3481578" cy="1323594"/>
            </a:xfrm>
            <a:prstGeom prst="rect">
              <a:avLst/>
            </a:prstGeom>
            <a:noFill/>
            <a:ln>
              <a:noFill/>
            </a:ln>
          </p:spPr>
          <p:txBody>
            <a:bodyPr wrap="square" lIns="0" tIns="0" rIns="0" bIns="0" anchor="t" anchorCtr="0"/>
            <a:lstStyle/>
            <a:p>
              <a:pPr algn="l">
                <a:lnSpc>
                  <a:spcPts val="2550"/>
                </a:lnSpc>
              </a:pPr>
              <a:r>
                <a:rPr lang="zh-CN" sz="1800" dirty="0">
                  <a:solidFill>
                    <a:schemeClr val="dk1"/>
                  </a:solidFill>
                  <a:latin typeface="+mn-lt"/>
                  <a:ea typeface="+mn-ea"/>
                  <a:cs typeface="+mn-cs"/>
                </a:rPr>
                <a:t>上部の帯が進捗です。最初は「ブックを読み込む」だけが出て、目的を選ぶと先の手順が現れます。改修なら 4 手順、聞くだけなら 2 手順。</a:t>
              </a:r>
            </a:p>
          </p:txBody>
        </p:sp>
        <p:sp>
          <p:nvSpPr>
            <p:cNvPr id="26" name="Ellipse 26"/>
            <p:cNvSpPr/>
            <p:nvPr/>
          </p:nvSpPr>
          <p:spPr>
            <a:xfrm>
              <a:off x="7058025" y="3171825"/>
              <a:ext cx="361950" cy="361950"/>
            </a:xfrm>
            <a:prstGeom prst="ellipse">
              <a:avLst/>
            </a:prstGeom>
            <a:solidFill>
              <a:schemeClr val="accent1"/>
            </a:solidFill>
            <a:ln>
              <a:noFill/>
            </a:ln>
          </p:spPr>
        </p:sp>
        <p:sp>
          <p:nvSpPr>
            <p:cNvPr id="27" name="TextBox 27"/>
            <p:cNvSpPr txBox="1"/>
            <p:nvPr/>
          </p:nvSpPr>
          <p:spPr>
            <a:xfrm>
              <a:off x="7173073" y="3267075"/>
              <a:ext cx="131855" cy="293370"/>
            </a:xfrm>
            <a:prstGeom prst="rect">
              <a:avLst/>
            </a:prstGeom>
            <a:noFill/>
            <a:ln>
              <a:noFill/>
            </a:ln>
          </p:spPr>
          <p:txBody>
            <a:bodyPr wrap="none" lIns="0" tIns="0" rIns="0" bIns="0" anchor="t" anchorCtr="0">
              <a:spAutoFit/>
            </a:bodyPr>
            <a:lstStyle/>
            <a:p>
              <a:pPr algn="ctr"/>
              <a:r>
                <a:rPr lang="en-US" sz="1500" b="1" dirty="0">
                  <a:solidFill>
                    <a:srgbClr val="FFFFFF"/>
                  </a:solidFill>
                  <a:latin typeface="+mn-lt"/>
                  <a:ea typeface="+mn-ea"/>
                  <a:cs typeface="+mn-cs"/>
                </a:rPr>
                <a:t>2</a:t>
              </a:r>
            </a:p>
          </p:txBody>
        </p:sp>
        <p:sp>
          <p:nvSpPr>
            <p:cNvPr id="28" name="TextBox 28"/>
            <p:cNvSpPr txBox="1"/>
            <p:nvPr/>
          </p:nvSpPr>
          <p:spPr>
            <a:xfrm>
              <a:off x="7572756" y="3234690"/>
              <a:ext cx="2544318" cy="675894"/>
            </a:xfrm>
            <a:prstGeom prst="rect">
              <a:avLst/>
            </a:prstGeom>
            <a:noFill/>
            <a:ln>
              <a:noFill/>
            </a:ln>
          </p:spPr>
          <p:txBody>
            <a:bodyPr wrap="square" lIns="0" tIns="0" rIns="0" bIns="0" anchor="t" anchorCtr="0"/>
            <a:lstStyle/>
            <a:p>
              <a:pPr algn="l">
                <a:lnSpc>
                  <a:spcPts val="2550"/>
                </a:lnSpc>
              </a:pPr>
              <a:r>
                <a:rPr lang="zh-CN" sz="1800" dirty="0">
                  <a:solidFill>
                    <a:schemeClr val="dk1"/>
                  </a:solidFill>
                  <a:latin typeface="+mn-lt"/>
                  <a:ea typeface="+mn-ea"/>
                  <a:cs typeface="+mn-cs"/>
                </a:rPr>
                <a:t>左下に「いま何をすればよいか」が</a:t>
              </a:r>
              <a:r>
                <a:rPr lang="en-US" sz="1800" dirty="0">
                  <a:solidFill>
                    <a:schemeClr val="dk1"/>
                  </a:solidFill>
                  <a:latin typeface="+mn-lt"/>
                  <a:ea typeface="+mn-ea"/>
                  <a:cs typeface="+mn-cs"/>
                </a:rPr>
                <a:t xml:space="preserve"> </a:t>
              </a:r>
              <a:r>
                <a:rPr lang="zh-CN" sz="1800" dirty="0">
                  <a:solidFill>
                    <a:schemeClr val="dk1"/>
                  </a:solidFill>
                  <a:latin typeface="+mn-lt"/>
                  <a:ea typeface="+mn-ea"/>
                  <a:cs typeface="+mn-cs"/>
                </a:rPr>
                <a:t>1 行で出ます。</a:t>
              </a:r>
            </a:p>
          </p:txBody>
        </p:sp>
        <p:sp>
          <p:nvSpPr>
            <p:cNvPr id="29" name="Ellipse 29"/>
            <p:cNvSpPr/>
            <p:nvPr/>
          </p:nvSpPr>
          <p:spPr>
            <a:xfrm>
              <a:off x="7058025" y="4238625"/>
              <a:ext cx="361950" cy="361950"/>
            </a:xfrm>
            <a:prstGeom prst="ellipse">
              <a:avLst/>
            </a:prstGeom>
            <a:solidFill>
              <a:schemeClr val="accent1"/>
            </a:solidFill>
            <a:ln>
              <a:noFill/>
            </a:ln>
          </p:spPr>
        </p:sp>
        <p:sp>
          <p:nvSpPr>
            <p:cNvPr id="30" name="TextBox 30"/>
            <p:cNvSpPr txBox="1"/>
            <p:nvPr/>
          </p:nvSpPr>
          <p:spPr>
            <a:xfrm>
              <a:off x="7173073" y="4333875"/>
              <a:ext cx="131855" cy="293370"/>
            </a:xfrm>
            <a:prstGeom prst="rect">
              <a:avLst/>
            </a:prstGeom>
            <a:noFill/>
            <a:ln>
              <a:noFill/>
            </a:ln>
          </p:spPr>
          <p:txBody>
            <a:bodyPr wrap="none" lIns="0" tIns="0" rIns="0" bIns="0" anchor="t" anchorCtr="0">
              <a:spAutoFit/>
            </a:bodyPr>
            <a:lstStyle/>
            <a:p>
              <a:pPr algn="ctr"/>
              <a:r>
                <a:rPr lang="en-US" sz="1500" b="1" dirty="0">
                  <a:solidFill>
                    <a:srgbClr val="FFFFFF"/>
                  </a:solidFill>
                  <a:latin typeface="+mn-lt"/>
                  <a:ea typeface="+mn-ea"/>
                  <a:cs typeface="+mn-cs"/>
                </a:rPr>
                <a:t>3</a:t>
              </a:r>
            </a:p>
          </p:txBody>
        </p:sp>
        <p:sp>
          <p:nvSpPr>
            <p:cNvPr id="31" name="TextBox 31"/>
            <p:cNvSpPr txBox="1"/>
            <p:nvPr/>
          </p:nvSpPr>
          <p:spPr>
            <a:xfrm>
              <a:off x="7572756" y="4301490"/>
              <a:ext cx="2727198" cy="675894"/>
            </a:xfrm>
            <a:prstGeom prst="rect">
              <a:avLst/>
            </a:prstGeom>
            <a:noFill/>
            <a:ln>
              <a:noFill/>
            </a:ln>
          </p:spPr>
          <p:txBody>
            <a:bodyPr wrap="square" lIns="0" tIns="0" rIns="0" bIns="0" anchor="t" anchorCtr="0"/>
            <a:lstStyle/>
            <a:p>
              <a:pPr algn="l">
                <a:lnSpc>
                  <a:spcPts val="2550"/>
                </a:lnSpc>
              </a:pPr>
              <a:r>
                <a:rPr lang="zh-CN" sz="1800" dirty="0">
                  <a:solidFill>
                    <a:schemeClr val="dk1"/>
                  </a:solidFill>
                  <a:latin typeface="+mn-lt"/>
                  <a:ea typeface="+mn-ea"/>
                  <a:cs typeface="+mn-cs"/>
                </a:rPr>
                <a:t>右上の月／太陽でライト・ダークを切り替え。次回も維持されます。</a:t>
              </a:r>
            </a:p>
          </p:txBody>
        </p:sp>
        <p:sp>
          <p:nvSpPr>
            <p:cNvPr id="32" name="Ellipse 32"/>
            <p:cNvSpPr/>
            <p:nvPr/>
          </p:nvSpPr>
          <p:spPr>
            <a:xfrm>
              <a:off x="7058025" y="5305425"/>
              <a:ext cx="361950" cy="361950"/>
            </a:xfrm>
            <a:prstGeom prst="ellipse">
              <a:avLst/>
            </a:prstGeom>
            <a:solidFill>
              <a:schemeClr val="accent1"/>
            </a:solidFill>
            <a:ln>
              <a:noFill/>
            </a:ln>
          </p:spPr>
        </p:sp>
        <p:sp>
          <p:nvSpPr>
            <p:cNvPr id="33" name="TextBox 33"/>
            <p:cNvSpPr txBox="1"/>
            <p:nvPr/>
          </p:nvSpPr>
          <p:spPr>
            <a:xfrm>
              <a:off x="7173073" y="5400675"/>
              <a:ext cx="131855" cy="293370"/>
            </a:xfrm>
            <a:prstGeom prst="rect">
              <a:avLst/>
            </a:prstGeom>
            <a:noFill/>
            <a:ln>
              <a:noFill/>
            </a:ln>
          </p:spPr>
          <p:txBody>
            <a:bodyPr wrap="none" lIns="0" tIns="0" rIns="0" bIns="0" anchor="t" anchorCtr="0">
              <a:spAutoFit/>
            </a:bodyPr>
            <a:lstStyle/>
            <a:p>
              <a:pPr algn="ctr"/>
              <a:r>
                <a:rPr lang="en-US" sz="1500" b="1" dirty="0">
                  <a:solidFill>
                    <a:srgbClr val="FFFFFF"/>
                  </a:solidFill>
                  <a:latin typeface="+mn-lt"/>
                  <a:ea typeface="+mn-ea"/>
                  <a:cs typeface="+mn-cs"/>
                </a:rPr>
                <a:t>4</a:t>
              </a:r>
            </a:p>
          </p:txBody>
        </p:sp>
        <p:sp>
          <p:nvSpPr>
            <p:cNvPr id="34" name="TextBox 34"/>
            <p:cNvSpPr txBox="1"/>
            <p:nvPr/>
          </p:nvSpPr>
          <p:spPr>
            <a:xfrm>
              <a:off x="7572756" y="5368290"/>
              <a:ext cx="2818638" cy="675894"/>
            </a:xfrm>
            <a:prstGeom prst="rect">
              <a:avLst/>
            </a:prstGeom>
            <a:noFill/>
            <a:ln>
              <a:noFill/>
            </a:ln>
          </p:spPr>
          <p:txBody>
            <a:bodyPr wrap="square" lIns="0" tIns="0" rIns="0" bIns="0" anchor="t" anchorCtr="0"/>
            <a:lstStyle/>
            <a:p>
              <a:pPr algn="l">
                <a:lnSpc>
                  <a:spcPts val="2550"/>
                </a:lnSpc>
              </a:pPr>
              <a:r>
                <a:rPr lang="zh-CN" sz="1800" dirty="0">
                  <a:solidFill>
                    <a:schemeClr val="dk1"/>
                  </a:solidFill>
                  <a:latin typeface="+mn-lt"/>
                  <a:ea typeface="+mn-ea"/>
                  <a:cs typeface="+mn-cs"/>
                </a:rPr>
                <a:t>対応形式は .xlsm / .xlam /</a:t>
              </a:r>
              <a:r>
                <a:rPr lang="en-US" sz="1800" dirty="0">
                  <a:solidFill>
                    <a:schemeClr val="dk1"/>
                  </a:solidFill>
                  <a:latin typeface="+mn-lt"/>
                  <a:ea typeface="+mn-ea"/>
                  <a:cs typeface="+mn-cs"/>
                </a:rPr>
                <a:t xml:space="preserve"> </a:t>
              </a:r>
              <a:r>
                <a:rPr lang="zh-CN" sz="1800" dirty="0">
                  <a:solidFill>
                    <a:schemeClr val="dk1"/>
                  </a:solidFill>
                  <a:latin typeface="+mn-lt"/>
                  <a:ea typeface="+mn-ea"/>
                  <a:cs typeface="+mn-cs"/>
                </a:rPr>
                <a:t>.xlsb / .xls。</a:t>
              </a:r>
            </a:p>
          </p:txBody>
        </p:sp>
      </p:grpSp>
      <p:grpSp>
        <p:nvGrpSpPr>
          <p:cNvPr id="38" name="Group 38"/>
          <p:cNvGrpSpPr/>
          <p:nvPr/>
        </p:nvGrpSpPr>
        <p:grpSpPr>
          <a:xfrm>
            <a:off x="374904" y="6461760"/>
            <a:ext cx="11442192" cy="234696"/>
            <a:chOff x="374904" y="6461760"/>
            <a:chExt cx="11442192" cy="234696"/>
          </a:xfrm>
        </p:grpSpPr>
        <p:sp>
          <p:nvSpPr>
            <p:cNvPr id="36" name="TextBox 36"/>
            <p:cNvSpPr txBox="1"/>
            <p:nvPr/>
          </p:nvSpPr>
          <p:spPr>
            <a:xfrm>
              <a:off x="374904" y="6461760"/>
              <a:ext cx="1312621" cy="234696"/>
            </a:xfrm>
            <a:prstGeom prst="rect">
              <a:avLst/>
            </a:prstGeom>
            <a:noFill/>
            <a:ln>
              <a:noFill/>
            </a:ln>
          </p:spPr>
          <p:txBody>
            <a:bodyPr wrap="none" lIns="0" tIns="0" rIns="0" bIns="0" anchor="t" anchorCtr="0">
              <a:spAutoFit/>
            </a:bodyPr>
            <a:lstStyle/>
            <a:p>
              <a:pPr algn="l"/>
              <a:r>
                <a:rPr lang="zh-CN" sz="1200" dirty="0">
                  <a:solidFill>
                    <a:srgbClr val="5B6B7C"/>
                  </a:solidFill>
                  <a:latin typeface="+mn-lt"/>
                  <a:ea typeface="+mn-ea"/>
                  <a:cs typeface="+mn-cs"/>
                </a:rPr>
                <a:t>第二部 操作マニュアル</a:t>
              </a:r>
            </a:p>
          </p:txBody>
        </p:sp>
        <p:sp>
          <p:nvSpPr>
            <p:cNvPr id="37" name="TextBox 37"/>
            <p:cNvSpPr txBox="1"/>
            <p:nvPr/>
          </p:nvSpPr>
          <p:spPr>
            <a:xfrm>
              <a:off x="11627206" y="6461760"/>
              <a:ext cx="189890" cy="234696"/>
            </a:xfrm>
            <a:prstGeom prst="rect">
              <a:avLst/>
            </a:prstGeom>
            <a:noFill/>
            <a:ln>
              <a:noFill/>
            </a:ln>
          </p:spPr>
          <p:txBody>
            <a:bodyPr wrap="none" lIns="0" tIns="0" rIns="0" bIns="0" anchor="t" anchorCtr="0">
              <a:spAutoFit/>
            </a:bodyPr>
            <a:lstStyle/>
            <a:p>
              <a:pPr algn="r"/>
              <a:r>
                <a:rPr lang="en-US" sz="1200" dirty="0">
                  <a:solidFill>
                    <a:srgbClr val="5B6B7C"/>
                  </a:solidFill>
                  <a:latin typeface="+mn-lt"/>
                  <a:ea typeface="+mn-ea"/>
                  <a:cs typeface="+mn-cs"/>
                </a:rPr>
                <a:t>10</a:t>
              </a:r>
            </a:p>
          </p:txBody>
        </p:sp>
      </p:grpSp>
    </p:spTree>
  </p:cSld>
  <p:clrMapOvr>
    <a:masterClrMapping/>
  </p:clrMapOvr>
  <p:transition xmlns:p14="http://schemas.microsoft.com/office/powerpoint/2010/main" p14:dur="400">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Group 6"/>
          <p:cNvGrpSpPr/>
          <p:nvPr/>
        </p:nvGrpSpPr>
        <p:grpSpPr>
          <a:xfrm>
            <a:off x="381000" y="476250"/>
            <a:ext cx="11430000" cy="657225"/>
            <a:chOff x="381000" y="476250"/>
            <a:chExt cx="11430000" cy="657225"/>
          </a:xfrm>
        </p:grpSpPr>
        <p:sp>
          <p:nvSpPr>
            <p:cNvPr id="2" name="Rectangle 2"/>
            <p:cNvSpPr/>
            <p:nvPr/>
          </p:nvSpPr>
          <p:spPr>
            <a:xfrm>
              <a:off x="381000" y="476250"/>
              <a:ext cx="1409700" cy="342900"/>
            </a:xfrm>
            <a:prstGeom prst="roundRect">
              <a:avLst>
                <a:gd name="adj" fmla="val 50000"/>
              </a:avLst>
            </a:prstGeom>
            <a:solidFill>
              <a:schemeClr val="accent1"/>
            </a:solidFill>
            <a:ln>
              <a:noFill/>
            </a:ln>
          </p:spPr>
        </p:sp>
        <p:sp>
          <p:nvSpPr>
            <p:cNvPr id="3" name="TextBox 3"/>
            <p:cNvSpPr txBox="1"/>
            <p:nvPr/>
          </p:nvSpPr>
          <p:spPr>
            <a:xfrm>
              <a:off x="539915" y="568642"/>
              <a:ext cx="1091871"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mn-lt"/>
                  <a:ea typeface="+mn-ea"/>
                  <a:cs typeface="+mn-cs"/>
                </a:rPr>
                <a:t>手順 1 · 1/3</a:t>
              </a:r>
            </a:p>
          </p:txBody>
        </p:sp>
        <p:sp>
          <p:nvSpPr>
            <p:cNvPr id="4" name="TextBox 4"/>
            <p:cNvSpPr txBox="1"/>
            <p:nvPr/>
          </p:nvSpPr>
          <p:spPr>
            <a:xfrm>
              <a:off x="1946148" y="479108"/>
              <a:ext cx="4039641" cy="616077"/>
            </a:xfrm>
            <a:prstGeom prst="rect">
              <a:avLst/>
            </a:prstGeom>
            <a:noFill/>
            <a:ln>
              <a:noFill/>
            </a:ln>
          </p:spPr>
          <p:txBody>
            <a:bodyPr wrap="none" lIns="0" tIns="0" rIns="0" bIns="0" anchor="t" anchorCtr="0">
              <a:spAutoFit/>
            </a:bodyPr>
            <a:lstStyle/>
            <a:p>
              <a:pPr algn="l"/>
              <a:r>
                <a:rPr lang="zh-CN" sz="3150" b="1" dirty="0">
                  <a:solidFill>
                    <a:schemeClr val="dk1"/>
                  </a:solidFill>
                  <a:latin typeface="+mn-lt"/>
                  <a:ea typeface="+mn-ea"/>
                  <a:cs typeface="+mn-cs"/>
                </a:rPr>
                <a:t>Excelブックを読み込みます</a:t>
              </a:r>
            </a:p>
          </p:txBody>
        </p:sp>
        <p:sp>
          <p:nvSpPr>
            <p:cNvPr id="5" name="Line 5"/>
            <p:cNvSpPr/>
            <p:nvPr/>
          </p:nvSpPr>
          <p:spPr>
            <a:xfrm>
              <a:off x="381000" y="1123950"/>
              <a:ext cx="11430000" cy="9525"/>
            </a:xfrm>
            <a:custGeom>
              <a:avLst/>
              <a:gdLst/>
              <a:ahLst/>
              <a:cxnLst/>
              <a:rect l="l" t="t" r="r" b="b"/>
              <a:pathLst>
                <a:path w="11430000" h="9525">
                  <a:moveTo>
                    <a:pt x="0" y="0"/>
                  </a:moveTo>
                  <a:lnTo>
                    <a:pt x="11430000" y="0"/>
                  </a:lnTo>
                </a:path>
              </a:pathLst>
            </a:custGeom>
            <a:noFill/>
            <a:ln w="9525">
              <a:solidFill>
                <a:srgbClr val="E2E8F0"/>
              </a:solidFill>
            </a:ln>
          </p:spPr>
        </p:sp>
      </p:grpSp>
      <p:grpSp>
        <p:nvGrpSpPr>
          <p:cNvPr id="13" name="Group 13"/>
          <p:cNvGrpSpPr/>
          <p:nvPr/>
        </p:nvGrpSpPr>
        <p:grpSpPr>
          <a:xfrm>
            <a:off x="342900" y="1371600"/>
            <a:ext cx="6477000" cy="3676650"/>
            <a:chOff x="342900" y="1371600"/>
            <a:chExt cx="6477000" cy="3676650"/>
          </a:xfrm>
        </p:grpSpPr>
        <p:sp>
          <p:nvSpPr>
            <p:cNvPr id="7" name="Rectangle 7"/>
            <p:cNvSpPr/>
            <p:nvPr/>
          </p:nvSpPr>
          <p:spPr>
            <a:xfrm>
              <a:off x="342900" y="1371600"/>
              <a:ext cx="6477000" cy="3676650"/>
            </a:xfrm>
            <a:prstGeom prst="roundRect">
              <a:avLst>
                <a:gd name="adj" fmla="val 3627"/>
              </a:avLst>
            </a:prstGeom>
            <a:solidFill>
              <a:schemeClr val="accent6"/>
            </a:solidFill>
            <a:ln>
              <a:noFill/>
            </a:ln>
          </p:spPr>
        </p:sp>
        <p:pic>
          <p:nvPicPr>
            <p:cNvPr id="8" name="Image 8"/>
            <p:cNvPicPr>
              <a:picLocks noChangeAspect="1"/>
            </p:cNvPicPr>
            <p:nvPr/>
          </p:nvPicPr>
          <p:blipFill>
            <a:blip r:embed="rId2"/>
            <a:stretch>
              <a:fillRect/>
            </a:stretch>
          </p:blipFill>
          <p:spPr>
            <a:xfrm>
              <a:off x="381000" y="1409700"/>
              <a:ext cx="6400800" cy="3600450"/>
            </a:xfrm>
            <a:prstGeom prst="roundRect">
              <a:avLst>
                <a:gd name="adj" fmla="val 2645"/>
              </a:avLst>
            </a:prstGeom>
          </p:spPr>
        </p:pic>
        <p:sp>
          <p:nvSpPr>
            <p:cNvPr id="9" name="Rectangle 9"/>
            <p:cNvSpPr/>
            <p:nvPr/>
          </p:nvSpPr>
          <p:spPr>
            <a:xfrm>
              <a:off x="381000" y="1409700"/>
              <a:ext cx="6400800" cy="3600450"/>
            </a:xfrm>
            <a:prstGeom prst="roundRect">
              <a:avLst>
                <a:gd name="adj" fmla="val 2646"/>
              </a:avLst>
            </a:prstGeom>
            <a:noFill/>
            <a:ln w="9525">
              <a:solidFill>
                <a:srgbClr val="E2E8F0"/>
              </a:solidFill>
            </a:ln>
          </p:spPr>
        </p:sp>
        <p:sp>
          <p:nvSpPr>
            <p:cNvPr id="10" name="Rectangle 10"/>
            <p:cNvSpPr/>
            <p:nvPr/>
          </p:nvSpPr>
          <p:spPr>
            <a:xfrm>
              <a:off x="5905500" y="4305300"/>
              <a:ext cx="762000" cy="419100"/>
            </a:xfrm>
            <a:prstGeom prst="roundRect">
              <a:avLst>
                <a:gd name="adj" fmla="val 22727"/>
              </a:avLst>
            </a:prstGeom>
            <a:noFill/>
            <a:ln w="28575">
              <a:solidFill>
                <a:schemeClr val="accent2"/>
              </a:solidFill>
            </a:ln>
          </p:spPr>
        </p:sp>
        <p:sp>
          <p:nvSpPr>
            <p:cNvPr id="11" name="Rectangle 11"/>
            <p:cNvSpPr/>
            <p:nvPr/>
          </p:nvSpPr>
          <p:spPr>
            <a:xfrm>
              <a:off x="4762500" y="3848100"/>
              <a:ext cx="1905000" cy="323850"/>
            </a:xfrm>
            <a:prstGeom prst="roundRect">
              <a:avLst>
                <a:gd name="adj" fmla="val 50000"/>
              </a:avLst>
            </a:prstGeom>
            <a:solidFill>
              <a:schemeClr val="lt1"/>
            </a:solidFill>
            <a:ln w="9525">
              <a:solidFill>
                <a:srgbClr val="E2E8F0"/>
              </a:solidFill>
            </a:ln>
          </p:spPr>
        </p:sp>
        <p:sp>
          <p:nvSpPr>
            <p:cNvPr id="12" name="TextBox 12"/>
            <p:cNvSpPr txBox="1"/>
            <p:nvPr/>
          </p:nvSpPr>
          <p:spPr>
            <a:xfrm>
              <a:off x="5226539" y="3921442"/>
              <a:ext cx="976922" cy="264033"/>
            </a:xfrm>
            <a:prstGeom prst="rect">
              <a:avLst/>
            </a:prstGeom>
            <a:noFill/>
            <a:ln>
              <a:noFill/>
            </a:ln>
          </p:spPr>
          <p:txBody>
            <a:bodyPr wrap="none" lIns="0" tIns="0" rIns="0" bIns="0" anchor="t" anchorCtr="0">
              <a:spAutoFit/>
            </a:bodyPr>
            <a:lstStyle/>
            <a:p>
              <a:pPr algn="ctr"/>
              <a:r>
                <a:rPr lang="zh-CN" sz="1350" dirty="0">
                  <a:solidFill>
                    <a:schemeClr val="accent2"/>
                  </a:solidFill>
                  <a:latin typeface="+mn-lt"/>
                  <a:ea typeface="+mn-ea"/>
                  <a:cs typeface="+mn-cs"/>
                </a:rPr>
                <a:t>青くなったら次へ</a:t>
              </a:r>
            </a:p>
          </p:txBody>
        </p:sp>
      </p:grpSp>
      <p:grpSp>
        <p:nvGrpSpPr>
          <p:cNvPr id="17" name="Group 17"/>
          <p:cNvGrpSpPr/>
          <p:nvPr/>
        </p:nvGrpSpPr>
        <p:grpSpPr>
          <a:xfrm>
            <a:off x="342900" y="5238750"/>
            <a:ext cx="6477000" cy="971550"/>
            <a:chOff x="342900" y="5238750"/>
            <a:chExt cx="6477000" cy="971550"/>
          </a:xfrm>
        </p:grpSpPr>
        <p:sp>
          <p:nvSpPr>
            <p:cNvPr id="14" name="Rectangle 14"/>
            <p:cNvSpPr/>
            <p:nvPr/>
          </p:nvSpPr>
          <p:spPr>
            <a:xfrm>
              <a:off x="342900" y="5238750"/>
              <a:ext cx="6477000" cy="971550"/>
            </a:xfrm>
            <a:prstGeom prst="roundRect">
              <a:avLst>
                <a:gd name="adj" fmla="val 13725"/>
              </a:avLst>
            </a:prstGeom>
            <a:solidFill>
              <a:schemeClr val="lt1"/>
            </a:solidFill>
            <a:ln w="19050">
              <a:solidFill>
                <a:schemeClr val="accent2"/>
              </a:solidFill>
            </a:ln>
          </p:spPr>
        </p:sp>
        <p:sp>
          <p:nvSpPr>
            <p:cNvPr id="15" name="Freeform 15"/>
            <p:cNvSpPr/>
            <p:nvPr/>
          </p:nvSpPr>
          <p:spPr>
            <a:xfrm>
              <a:off x="600088" y="5466858"/>
              <a:ext cx="247496" cy="214761"/>
            </a:xfrm>
            <a:custGeom>
              <a:avLst/>
              <a:gdLst/>
              <a:ahLst/>
              <a:cxnLst/>
              <a:rect l="l" t="t" r="r" b="b"/>
              <a:pathLst>
                <a:path w="247496" h="214761">
                  <a:moveTo>
                    <a:pt x="123812" y="0"/>
                  </a:moveTo>
                  <a:cubicBezTo>
                    <a:pt x="134425" y="0"/>
                    <a:pt x="144315" y="5190"/>
                    <a:pt x="150371" y="13857"/>
                  </a:cubicBezTo>
                  <a:lnTo>
                    <a:pt x="151538" y="15635"/>
                  </a:lnTo>
                  <a:lnTo>
                    <a:pt x="241705" y="166188"/>
                  </a:lnTo>
                  <a:cubicBezTo>
                    <a:pt x="247275" y="175835"/>
                    <a:pt x="247496" y="187668"/>
                    <a:pt x="242289" y="197516"/>
                  </a:cubicBezTo>
                  <a:cubicBezTo>
                    <a:pt x="237081" y="207364"/>
                    <a:pt x="227178" y="213844"/>
                    <a:pt x="216069" y="214672"/>
                  </a:cubicBezTo>
                  <a:lnTo>
                    <a:pt x="213902" y="214761"/>
                  </a:lnTo>
                  <a:lnTo>
                    <a:pt x="33601" y="214761"/>
                  </a:lnTo>
                  <a:cubicBezTo>
                    <a:pt x="22481" y="214636"/>
                    <a:pt x="12203" y="208813"/>
                    <a:pt x="6379" y="199340"/>
                  </a:cubicBezTo>
                  <a:cubicBezTo>
                    <a:pt x="555" y="189866"/>
                    <a:pt x="0" y="178067"/>
                    <a:pt x="4908" y="168088"/>
                  </a:cubicBezTo>
                  <a:lnTo>
                    <a:pt x="6009" y="166032"/>
                  </a:lnTo>
                  <a:lnTo>
                    <a:pt x="96131" y="15591"/>
                  </a:lnTo>
                  <a:cubicBezTo>
                    <a:pt x="102000" y="5914"/>
                    <a:pt x="112495" y="2"/>
                    <a:pt x="123812" y="0"/>
                  </a:cubicBezTo>
                  <a:close/>
                  <a:moveTo>
                    <a:pt x="123924" y="148130"/>
                  </a:moveTo>
                  <a:lnTo>
                    <a:pt x="122512" y="148208"/>
                  </a:lnTo>
                  <a:cubicBezTo>
                    <a:pt x="116922" y="148873"/>
                    <a:pt x="112712" y="153613"/>
                    <a:pt x="112712" y="159243"/>
                  </a:cubicBezTo>
                  <a:cubicBezTo>
                    <a:pt x="112712" y="164872"/>
                    <a:pt x="116922" y="169612"/>
                    <a:pt x="122512" y="170277"/>
                  </a:cubicBezTo>
                  <a:lnTo>
                    <a:pt x="123812" y="170355"/>
                  </a:lnTo>
                  <a:lnTo>
                    <a:pt x="125224" y="170277"/>
                  </a:lnTo>
                  <a:cubicBezTo>
                    <a:pt x="130814" y="169612"/>
                    <a:pt x="135024" y="164872"/>
                    <a:pt x="135024" y="159243"/>
                  </a:cubicBezTo>
                  <a:cubicBezTo>
                    <a:pt x="135024" y="153613"/>
                    <a:pt x="130814" y="148873"/>
                    <a:pt x="125224" y="148208"/>
                  </a:cubicBezTo>
                  <a:lnTo>
                    <a:pt x="123924" y="148130"/>
                  </a:lnTo>
                  <a:close/>
                  <a:moveTo>
                    <a:pt x="123812" y="70342"/>
                  </a:moveTo>
                  <a:cubicBezTo>
                    <a:pt x="118179" y="70343"/>
                    <a:pt x="113437" y="74560"/>
                    <a:pt x="112778" y="80155"/>
                  </a:cubicBezTo>
                  <a:lnTo>
                    <a:pt x="112700" y="81455"/>
                  </a:lnTo>
                  <a:lnTo>
                    <a:pt x="112700" y="125905"/>
                  </a:lnTo>
                  <a:lnTo>
                    <a:pt x="112778" y="127205"/>
                  </a:lnTo>
                  <a:cubicBezTo>
                    <a:pt x="113443" y="132795"/>
                    <a:pt x="118183" y="137005"/>
                    <a:pt x="123812" y="137005"/>
                  </a:cubicBezTo>
                  <a:cubicBezTo>
                    <a:pt x="129442" y="137005"/>
                    <a:pt x="134182" y="132795"/>
                    <a:pt x="134847" y="127205"/>
                  </a:cubicBezTo>
                  <a:lnTo>
                    <a:pt x="134925" y="125905"/>
                  </a:lnTo>
                  <a:lnTo>
                    <a:pt x="134925" y="81455"/>
                  </a:lnTo>
                  <a:lnTo>
                    <a:pt x="134847" y="80155"/>
                  </a:lnTo>
                  <a:cubicBezTo>
                    <a:pt x="134188" y="74560"/>
                    <a:pt x="129446" y="70343"/>
                    <a:pt x="123812" y="70342"/>
                  </a:cubicBezTo>
                  <a:close/>
                </a:path>
              </a:pathLst>
            </a:custGeom>
            <a:solidFill>
              <a:schemeClr val="accent2"/>
            </a:solidFill>
            <a:ln>
              <a:noFill/>
            </a:ln>
          </p:spPr>
        </p:sp>
        <p:sp>
          <p:nvSpPr>
            <p:cNvPr id="16" name="TextBox 16"/>
            <p:cNvSpPr txBox="1"/>
            <p:nvPr/>
          </p:nvSpPr>
          <p:spPr>
            <a:xfrm>
              <a:off x="943356" y="5463540"/>
              <a:ext cx="3298698" cy="675894"/>
            </a:xfrm>
            <a:prstGeom prst="rect">
              <a:avLst/>
            </a:prstGeom>
            <a:noFill/>
            <a:ln>
              <a:noFill/>
            </a:ln>
          </p:spPr>
          <p:txBody>
            <a:bodyPr wrap="square" lIns="0" tIns="0" rIns="0" bIns="0" anchor="t" anchorCtr="0"/>
            <a:lstStyle/>
            <a:p>
              <a:pPr algn="l">
                <a:lnSpc>
                  <a:spcPts val="2550"/>
                </a:lnSpc>
              </a:pPr>
              <a:r>
                <a:rPr lang="zh-CN" sz="1800" dirty="0">
                  <a:solidFill>
                    <a:schemeClr val="dk1"/>
                  </a:solidFill>
                  <a:latin typeface="+mn-lt"/>
                  <a:ea typeface="+mn-ea"/>
                  <a:cs typeface="+mn-cs"/>
                </a:rPr>
                <a:t>マクロを含まないブックを選ぶと、その旨の</a:t>
              </a:r>
              <a:r>
                <a:rPr lang="en-US" sz="1800" dirty="0">
                  <a:solidFill>
                    <a:schemeClr val="dk1"/>
                  </a:solidFill>
                  <a:latin typeface="+mn-lt"/>
                  <a:ea typeface="+mn-ea"/>
                  <a:cs typeface="+mn-cs"/>
                </a:rPr>
                <a:t xml:space="preserve"> </a:t>
              </a:r>
              <a:r>
                <a:rPr lang="zh-CN" sz="1800" dirty="0">
                  <a:solidFill>
                    <a:schemeClr val="dk1"/>
                  </a:solidFill>
                  <a:latin typeface="+mn-lt"/>
                  <a:ea typeface="+mn-ea"/>
                  <a:cs typeface="+mn-cs"/>
                </a:rPr>
                <a:t>カードが出ます。ファイルを確認してください。</a:t>
              </a:r>
            </a:p>
          </p:txBody>
        </p:sp>
      </p:grpSp>
      <p:grpSp>
        <p:nvGrpSpPr>
          <p:cNvPr id="30" name="Group 30"/>
          <p:cNvGrpSpPr/>
          <p:nvPr/>
        </p:nvGrpSpPr>
        <p:grpSpPr>
          <a:xfrm>
            <a:off x="7010400" y="1457325"/>
            <a:ext cx="4800600" cy="4752975"/>
            <a:chOff x="7010400" y="1457325"/>
            <a:chExt cx="4800600" cy="4752975"/>
          </a:xfrm>
        </p:grpSpPr>
        <p:sp>
          <p:nvSpPr>
            <p:cNvPr id="18" name="Ellipse 18"/>
            <p:cNvSpPr/>
            <p:nvPr/>
          </p:nvSpPr>
          <p:spPr>
            <a:xfrm>
              <a:off x="7058025" y="1457325"/>
              <a:ext cx="361950" cy="361950"/>
            </a:xfrm>
            <a:prstGeom prst="ellipse">
              <a:avLst/>
            </a:prstGeom>
            <a:solidFill>
              <a:schemeClr val="accent1"/>
            </a:solidFill>
            <a:ln>
              <a:noFill/>
            </a:ln>
          </p:spPr>
        </p:sp>
        <p:sp>
          <p:nvSpPr>
            <p:cNvPr id="19" name="TextBox 19"/>
            <p:cNvSpPr txBox="1"/>
            <p:nvPr/>
          </p:nvSpPr>
          <p:spPr>
            <a:xfrm>
              <a:off x="7173073" y="1552575"/>
              <a:ext cx="131855" cy="293370"/>
            </a:xfrm>
            <a:prstGeom prst="rect">
              <a:avLst/>
            </a:prstGeom>
            <a:noFill/>
            <a:ln>
              <a:noFill/>
            </a:ln>
          </p:spPr>
          <p:txBody>
            <a:bodyPr wrap="none" lIns="0" tIns="0" rIns="0" bIns="0" anchor="t" anchorCtr="0">
              <a:spAutoFit/>
            </a:bodyPr>
            <a:lstStyle/>
            <a:p>
              <a:pPr algn="ctr"/>
              <a:r>
                <a:rPr lang="en-US" sz="1500" b="1" dirty="0">
                  <a:solidFill>
                    <a:srgbClr val="FFFFFF"/>
                  </a:solidFill>
                  <a:latin typeface="+mn-lt"/>
                  <a:ea typeface="+mn-ea"/>
                  <a:cs typeface="+mn-cs"/>
                </a:rPr>
                <a:t>1</a:t>
              </a:r>
            </a:p>
          </p:txBody>
        </p:sp>
        <p:sp>
          <p:nvSpPr>
            <p:cNvPr id="20" name="TextBox 20"/>
            <p:cNvSpPr txBox="1"/>
            <p:nvPr/>
          </p:nvSpPr>
          <p:spPr>
            <a:xfrm>
              <a:off x="7572756" y="1520190"/>
              <a:ext cx="2395728" cy="999744"/>
            </a:xfrm>
            <a:prstGeom prst="rect">
              <a:avLst/>
            </a:prstGeom>
            <a:noFill/>
            <a:ln>
              <a:noFill/>
            </a:ln>
          </p:spPr>
          <p:txBody>
            <a:bodyPr wrap="square" lIns="0" tIns="0" rIns="0" bIns="0" anchor="t" anchorCtr="0"/>
            <a:lstStyle/>
            <a:p>
              <a:pPr algn="l">
                <a:lnSpc>
                  <a:spcPts val="2550"/>
                </a:lnSpc>
              </a:pPr>
              <a:r>
                <a:rPr lang="zh-CN" sz="1800" dirty="0">
                  <a:solidFill>
                    <a:schemeClr val="dk1"/>
                  </a:solidFill>
                  <a:latin typeface="+mn-lt"/>
                  <a:ea typeface="+mn-ea"/>
                  <a:cs typeface="+mn-cs"/>
                </a:rPr>
                <a:t>画面中央へ Excel ファイルを</a:t>
              </a:r>
              <a:r>
                <a:rPr lang="en-US" sz="1800" dirty="0">
                  <a:solidFill>
                    <a:schemeClr val="dk1"/>
                  </a:solidFill>
                  <a:latin typeface="+mn-lt"/>
                  <a:ea typeface="+mn-ea"/>
                  <a:cs typeface="+mn-cs"/>
                </a:rPr>
                <a:t xml:space="preserve"> </a:t>
              </a:r>
              <a:r>
                <a:rPr lang="zh-CN" sz="1800" dirty="0">
                  <a:solidFill>
                    <a:schemeClr val="dk1"/>
                  </a:solidFill>
                  <a:latin typeface="+mn-lt"/>
                  <a:ea typeface="+mn-ea"/>
                  <a:cs typeface="+mn-cs"/>
                </a:rPr>
                <a:t>ドラッグ＆ドロップします。クリックして選ぶこともできます。</a:t>
              </a:r>
            </a:p>
          </p:txBody>
        </p:sp>
        <p:sp>
          <p:nvSpPr>
            <p:cNvPr id="21" name="Ellipse 21"/>
            <p:cNvSpPr/>
            <p:nvPr/>
          </p:nvSpPr>
          <p:spPr>
            <a:xfrm>
              <a:off x="7058025" y="2886075"/>
              <a:ext cx="361950" cy="361950"/>
            </a:xfrm>
            <a:prstGeom prst="ellipse">
              <a:avLst/>
            </a:prstGeom>
            <a:solidFill>
              <a:schemeClr val="accent1"/>
            </a:solidFill>
            <a:ln>
              <a:noFill/>
            </a:ln>
          </p:spPr>
        </p:sp>
        <p:sp>
          <p:nvSpPr>
            <p:cNvPr id="22" name="TextBox 22"/>
            <p:cNvSpPr txBox="1"/>
            <p:nvPr/>
          </p:nvSpPr>
          <p:spPr>
            <a:xfrm>
              <a:off x="7173073" y="2981325"/>
              <a:ext cx="131855" cy="293370"/>
            </a:xfrm>
            <a:prstGeom prst="rect">
              <a:avLst/>
            </a:prstGeom>
            <a:noFill/>
            <a:ln>
              <a:noFill/>
            </a:ln>
          </p:spPr>
          <p:txBody>
            <a:bodyPr wrap="none" lIns="0" tIns="0" rIns="0" bIns="0" anchor="t" anchorCtr="0">
              <a:spAutoFit/>
            </a:bodyPr>
            <a:lstStyle/>
            <a:p>
              <a:pPr algn="ctr"/>
              <a:r>
                <a:rPr lang="en-US" sz="1500" b="1" dirty="0">
                  <a:solidFill>
                    <a:srgbClr val="FFFFFF"/>
                  </a:solidFill>
                  <a:latin typeface="+mn-lt"/>
                  <a:ea typeface="+mn-ea"/>
                  <a:cs typeface="+mn-cs"/>
                </a:rPr>
                <a:t>2</a:t>
              </a:r>
            </a:p>
          </p:txBody>
        </p:sp>
        <p:sp>
          <p:nvSpPr>
            <p:cNvPr id="23" name="TextBox 23"/>
            <p:cNvSpPr txBox="1"/>
            <p:nvPr/>
          </p:nvSpPr>
          <p:spPr>
            <a:xfrm>
              <a:off x="7572756" y="2948940"/>
              <a:ext cx="2475738" cy="999744"/>
            </a:xfrm>
            <a:prstGeom prst="rect">
              <a:avLst/>
            </a:prstGeom>
            <a:noFill/>
            <a:ln>
              <a:noFill/>
            </a:ln>
          </p:spPr>
          <p:txBody>
            <a:bodyPr wrap="square" lIns="0" tIns="0" rIns="0" bIns="0" anchor="t" anchorCtr="0"/>
            <a:lstStyle/>
            <a:p>
              <a:pPr algn="l">
                <a:lnSpc>
                  <a:spcPts val="2550"/>
                </a:lnSpc>
              </a:pPr>
              <a:r>
                <a:rPr lang="zh-CN" sz="1800" dirty="0">
                  <a:solidFill>
                    <a:schemeClr val="dk1"/>
                  </a:solidFill>
                  <a:latin typeface="+mn-lt"/>
                  <a:ea typeface="+mn-ea"/>
                  <a:cs typeface="+mn-cs"/>
                </a:rPr>
                <a:t>読み込めるとファイル名とパスが表示され、右下の［次へ］が青くなります。</a:t>
              </a:r>
            </a:p>
          </p:txBody>
        </p:sp>
        <p:sp>
          <p:nvSpPr>
            <p:cNvPr id="24" name="Ellipse 24"/>
            <p:cNvSpPr/>
            <p:nvPr/>
          </p:nvSpPr>
          <p:spPr>
            <a:xfrm>
              <a:off x="7058025" y="4314825"/>
              <a:ext cx="361950" cy="361950"/>
            </a:xfrm>
            <a:prstGeom prst="ellipse">
              <a:avLst/>
            </a:prstGeom>
            <a:solidFill>
              <a:schemeClr val="accent1"/>
            </a:solidFill>
            <a:ln>
              <a:noFill/>
            </a:ln>
          </p:spPr>
        </p:sp>
        <p:sp>
          <p:nvSpPr>
            <p:cNvPr id="25" name="TextBox 25"/>
            <p:cNvSpPr txBox="1"/>
            <p:nvPr/>
          </p:nvSpPr>
          <p:spPr>
            <a:xfrm>
              <a:off x="7173073" y="4410075"/>
              <a:ext cx="131855" cy="293370"/>
            </a:xfrm>
            <a:prstGeom prst="rect">
              <a:avLst/>
            </a:prstGeom>
            <a:noFill/>
            <a:ln>
              <a:noFill/>
            </a:ln>
          </p:spPr>
          <p:txBody>
            <a:bodyPr wrap="none" lIns="0" tIns="0" rIns="0" bIns="0" anchor="t" anchorCtr="0">
              <a:spAutoFit/>
            </a:bodyPr>
            <a:lstStyle/>
            <a:p>
              <a:pPr algn="ctr"/>
              <a:r>
                <a:rPr lang="en-US" sz="1500" b="1" dirty="0">
                  <a:solidFill>
                    <a:srgbClr val="FFFFFF"/>
                  </a:solidFill>
                  <a:latin typeface="+mn-lt"/>
                  <a:ea typeface="+mn-ea"/>
                  <a:cs typeface="+mn-cs"/>
                </a:rPr>
                <a:t>3</a:t>
              </a:r>
            </a:p>
          </p:txBody>
        </p:sp>
        <p:sp>
          <p:nvSpPr>
            <p:cNvPr id="26" name="TextBox 26"/>
            <p:cNvSpPr txBox="1"/>
            <p:nvPr/>
          </p:nvSpPr>
          <p:spPr>
            <a:xfrm>
              <a:off x="7572756" y="4377690"/>
              <a:ext cx="2144268" cy="675894"/>
            </a:xfrm>
            <a:prstGeom prst="rect">
              <a:avLst/>
            </a:prstGeom>
            <a:noFill/>
            <a:ln>
              <a:noFill/>
            </a:ln>
          </p:spPr>
          <p:txBody>
            <a:bodyPr wrap="square" lIns="0" tIns="0" rIns="0" bIns="0" anchor="t" anchorCtr="0"/>
            <a:lstStyle/>
            <a:p>
              <a:pPr algn="l">
                <a:lnSpc>
                  <a:spcPts val="2550"/>
                </a:lnSpc>
              </a:pPr>
              <a:r>
                <a:rPr lang="zh-CN" sz="1800" dirty="0">
                  <a:solidFill>
                    <a:schemeClr val="dk1"/>
                  </a:solidFill>
                  <a:latin typeface="+mn-lt"/>
                  <a:ea typeface="+mn-ea"/>
                  <a:cs typeface="+mn-cs"/>
                </a:rPr>
                <a:t>選び直したいときは［選び直す］を押します。</a:t>
              </a:r>
            </a:p>
          </p:txBody>
        </p:sp>
        <p:sp>
          <p:nvSpPr>
            <p:cNvPr id="27" name="Rectangle 27"/>
            <p:cNvSpPr/>
            <p:nvPr/>
          </p:nvSpPr>
          <p:spPr>
            <a:xfrm>
              <a:off x="7010400" y="5391150"/>
              <a:ext cx="4800600" cy="819150"/>
            </a:xfrm>
            <a:prstGeom prst="roundRect">
              <a:avLst>
                <a:gd name="adj" fmla="val 16279"/>
              </a:avLst>
            </a:prstGeom>
            <a:solidFill>
              <a:schemeClr val="accent6"/>
            </a:solidFill>
            <a:ln>
              <a:noFill/>
            </a:ln>
          </p:spPr>
        </p:sp>
        <p:sp>
          <p:nvSpPr>
            <p:cNvPr id="28" name="TextBox 28"/>
            <p:cNvSpPr txBox="1"/>
            <p:nvPr/>
          </p:nvSpPr>
          <p:spPr>
            <a:xfrm>
              <a:off x="7269480" y="5553075"/>
              <a:ext cx="1308602" cy="293370"/>
            </a:xfrm>
            <a:prstGeom prst="rect">
              <a:avLst/>
            </a:prstGeom>
            <a:noFill/>
            <a:ln>
              <a:noFill/>
            </a:ln>
          </p:spPr>
          <p:txBody>
            <a:bodyPr wrap="none" lIns="0" tIns="0" rIns="0" bIns="0" anchor="t" anchorCtr="0">
              <a:spAutoFit/>
            </a:bodyPr>
            <a:lstStyle/>
            <a:p>
              <a:pPr algn="l"/>
              <a:r>
                <a:rPr lang="zh-CN" sz="1500" b="1" dirty="0">
                  <a:solidFill>
                    <a:srgbClr val="5B6B7C"/>
                  </a:solidFill>
                  <a:latin typeface="+mn-lt"/>
                  <a:ea typeface="+mn-ea"/>
                  <a:cs typeface="+mn-cs"/>
                </a:rPr>
                <a:t>画面に出る案内</a:t>
              </a:r>
            </a:p>
          </p:txBody>
        </p:sp>
        <p:sp>
          <p:nvSpPr>
            <p:cNvPr id="29" name="TextBox 29"/>
            <p:cNvSpPr txBox="1"/>
            <p:nvPr/>
          </p:nvSpPr>
          <p:spPr>
            <a:xfrm>
              <a:off x="7269480" y="5857875"/>
              <a:ext cx="3579305"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改修したいブックを、ここへドラッグするか選んでください。</a:t>
              </a:r>
            </a:p>
          </p:txBody>
        </p:sp>
      </p:grpSp>
      <p:grpSp>
        <p:nvGrpSpPr>
          <p:cNvPr id="33" name="Group 33"/>
          <p:cNvGrpSpPr/>
          <p:nvPr/>
        </p:nvGrpSpPr>
        <p:grpSpPr>
          <a:xfrm>
            <a:off x="374904" y="6461760"/>
            <a:ext cx="11442192" cy="234696"/>
            <a:chOff x="374904" y="6461760"/>
            <a:chExt cx="11442192" cy="234696"/>
          </a:xfrm>
        </p:grpSpPr>
        <p:sp>
          <p:nvSpPr>
            <p:cNvPr id="31" name="TextBox 31"/>
            <p:cNvSpPr txBox="1"/>
            <p:nvPr/>
          </p:nvSpPr>
          <p:spPr>
            <a:xfrm>
              <a:off x="374904" y="6461760"/>
              <a:ext cx="1312621" cy="234696"/>
            </a:xfrm>
            <a:prstGeom prst="rect">
              <a:avLst/>
            </a:prstGeom>
            <a:noFill/>
            <a:ln>
              <a:noFill/>
            </a:ln>
          </p:spPr>
          <p:txBody>
            <a:bodyPr wrap="none" lIns="0" tIns="0" rIns="0" bIns="0" anchor="t" anchorCtr="0">
              <a:spAutoFit/>
            </a:bodyPr>
            <a:lstStyle/>
            <a:p>
              <a:pPr algn="l"/>
              <a:r>
                <a:rPr lang="zh-CN" sz="1200" dirty="0">
                  <a:solidFill>
                    <a:srgbClr val="5B6B7C"/>
                  </a:solidFill>
                  <a:latin typeface="+mn-lt"/>
                  <a:ea typeface="+mn-ea"/>
                  <a:cs typeface="+mn-cs"/>
                </a:rPr>
                <a:t>第二部 操作マニュアル</a:t>
              </a:r>
            </a:p>
          </p:txBody>
        </p:sp>
        <p:sp>
          <p:nvSpPr>
            <p:cNvPr id="32" name="TextBox 32"/>
            <p:cNvSpPr txBox="1"/>
            <p:nvPr/>
          </p:nvSpPr>
          <p:spPr>
            <a:xfrm>
              <a:off x="11627206" y="6461760"/>
              <a:ext cx="189890" cy="234696"/>
            </a:xfrm>
            <a:prstGeom prst="rect">
              <a:avLst/>
            </a:prstGeom>
            <a:noFill/>
            <a:ln>
              <a:noFill/>
            </a:ln>
          </p:spPr>
          <p:txBody>
            <a:bodyPr wrap="none" lIns="0" tIns="0" rIns="0" bIns="0" anchor="t" anchorCtr="0">
              <a:spAutoFit/>
            </a:bodyPr>
            <a:lstStyle/>
            <a:p>
              <a:pPr algn="r"/>
              <a:r>
                <a:rPr lang="en-US" sz="1200" dirty="0">
                  <a:solidFill>
                    <a:srgbClr val="5B6B7C"/>
                  </a:solidFill>
                  <a:latin typeface="+mn-lt"/>
                  <a:ea typeface="+mn-ea"/>
                  <a:cs typeface="+mn-cs"/>
                </a:rPr>
                <a:t>11</a:t>
              </a:r>
            </a:p>
          </p:txBody>
        </p:sp>
      </p:grpSp>
    </p:spTree>
  </p:cSld>
  <p:clrMapOvr>
    <a:masterClrMapping/>
  </p:clrMapOvr>
  <p:transition xmlns:p14="http://schemas.microsoft.com/office/powerpoint/2010/main" p14:dur="400">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Group 6"/>
          <p:cNvGrpSpPr/>
          <p:nvPr/>
        </p:nvGrpSpPr>
        <p:grpSpPr>
          <a:xfrm>
            <a:off x="381000" y="476250"/>
            <a:ext cx="11430000" cy="657225"/>
            <a:chOff x="381000" y="476250"/>
            <a:chExt cx="11430000" cy="657225"/>
          </a:xfrm>
        </p:grpSpPr>
        <p:sp>
          <p:nvSpPr>
            <p:cNvPr id="2" name="Rectangle 2"/>
            <p:cNvSpPr/>
            <p:nvPr/>
          </p:nvSpPr>
          <p:spPr>
            <a:xfrm>
              <a:off x="381000" y="476250"/>
              <a:ext cx="1409700" cy="342900"/>
            </a:xfrm>
            <a:prstGeom prst="roundRect">
              <a:avLst>
                <a:gd name="adj" fmla="val 50000"/>
              </a:avLst>
            </a:prstGeom>
            <a:solidFill>
              <a:schemeClr val="accent1"/>
            </a:solidFill>
            <a:ln>
              <a:noFill/>
            </a:ln>
          </p:spPr>
        </p:sp>
        <p:sp>
          <p:nvSpPr>
            <p:cNvPr id="3" name="TextBox 3"/>
            <p:cNvSpPr txBox="1"/>
            <p:nvPr/>
          </p:nvSpPr>
          <p:spPr>
            <a:xfrm>
              <a:off x="539915" y="568642"/>
              <a:ext cx="1091871"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mn-lt"/>
                  <a:ea typeface="+mn-ea"/>
                  <a:cs typeface="+mn-cs"/>
                </a:rPr>
                <a:t>手順 1 · 2/3</a:t>
              </a:r>
            </a:p>
          </p:txBody>
        </p:sp>
        <p:sp>
          <p:nvSpPr>
            <p:cNvPr id="4" name="TextBox 4"/>
            <p:cNvSpPr txBox="1"/>
            <p:nvPr/>
          </p:nvSpPr>
          <p:spPr>
            <a:xfrm>
              <a:off x="1946148" y="479108"/>
              <a:ext cx="4261933" cy="616077"/>
            </a:xfrm>
            <a:prstGeom prst="rect">
              <a:avLst/>
            </a:prstGeom>
            <a:noFill/>
            <a:ln>
              <a:noFill/>
            </a:ln>
          </p:spPr>
          <p:txBody>
            <a:bodyPr wrap="none" lIns="0" tIns="0" rIns="0" bIns="0" anchor="t" anchorCtr="0">
              <a:spAutoFit/>
            </a:bodyPr>
            <a:lstStyle/>
            <a:p>
              <a:pPr algn="l"/>
              <a:r>
                <a:rPr lang="zh-CN" sz="3150" b="1" dirty="0">
                  <a:solidFill>
                    <a:schemeClr val="dk1"/>
                  </a:solidFill>
                  <a:latin typeface="+mn-lt"/>
                  <a:ea typeface="+mn-ea"/>
                  <a:cs typeface="+mn-cs"/>
                </a:rPr>
                <a:t>読み込んだマクロを確認します</a:t>
              </a:r>
            </a:p>
          </p:txBody>
        </p:sp>
        <p:sp>
          <p:nvSpPr>
            <p:cNvPr id="5" name="Line 5"/>
            <p:cNvSpPr/>
            <p:nvPr/>
          </p:nvSpPr>
          <p:spPr>
            <a:xfrm>
              <a:off x="381000" y="1123950"/>
              <a:ext cx="11430000" cy="9525"/>
            </a:xfrm>
            <a:custGeom>
              <a:avLst/>
              <a:gdLst/>
              <a:ahLst/>
              <a:cxnLst/>
              <a:rect l="l" t="t" r="r" b="b"/>
              <a:pathLst>
                <a:path w="11430000" h="9525">
                  <a:moveTo>
                    <a:pt x="0" y="0"/>
                  </a:moveTo>
                  <a:lnTo>
                    <a:pt x="11430000" y="0"/>
                  </a:lnTo>
                </a:path>
              </a:pathLst>
            </a:custGeom>
            <a:noFill/>
            <a:ln w="9525">
              <a:solidFill>
                <a:srgbClr val="E2E8F0"/>
              </a:solidFill>
            </a:ln>
          </p:spPr>
        </p:sp>
      </p:grpSp>
      <p:grpSp>
        <p:nvGrpSpPr>
          <p:cNvPr id="12" name="Group 12"/>
          <p:cNvGrpSpPr/>
          <p:nvPr/>
        </p:nvGrpSpPr>
        <p:grpSpPr>
          <a:xfrm>
            <a:off x="342900" y="1419225"/>
            <a:ext cx="5600700" cy="3817620"/>
            <a:chOff x="342900" y="1419225"/>
            <a:chExt cx="5600700" cy="3817620"/>
          </a:xfrm>
        </p:grpSpPr>
        <p:sp>
          <p:nvSpPr>
            <p:cNvPr id="7" name="TextBox 7"/>
            <p:cNvSpPr txBox="1"/>
            <p:nvPr/>
          </p:nvSpPr>
          <p:spPr>
            <a:xfrm>
              <a:off x="373380" y="1419225"/>
              <a:ext cx="884549" cy="293370"/>
            </a:xfrm>
            <a:prstGeom prst="rect">
              <a:avLst/>
            </a:prstGeom>
            <a:noFill/>
            <a:ln>
              <a:noFill/>
            </a:ln>
          </p:spPr>
          <p:txBody>
            <a:bodyPr wrap="none" lIns="0" tIns="0" rIns="0" bIns="0" anchor="t" anchorCtr="0">
              <a:spAutoFit/>
            </a:bodyPr>
            <a:lstStyle/>
            <a:p>
              <a:pPr algn="l"/>
              <a:r>
                <a:rPr lang="zh-CN" sz="1500" b="1" dirty="0">
                  <a:solidFill>
                    <a:srgbClr val="5B6B7C"/>
                  </a:solidFill>
                  <a:latin typeface="+mn-lt"/>
                  <a:ea typeface="+mn-ea"/>
                  <a:cs typeface="+mn-cs"/>
                </a:rPr>
                <a:t>閉じた状態</a:t>
              </a:r>
            </a:p>
          </p:txBody>
        </p:sp>
        <p:sp>
          <p:nvSpPr>
            <p:cNvPr id="8" name="Rectangle 8"/>
            <p:cNvSpPr/>
            <p:nvPr/>
          </p:nvSpPr>
          <p:spPr>
            <a:xfrm>
              <a:off x="342900" y="1676400"/>
              <a:ext cx="5600700" cy="3181350"/>
            </a:xfrm>
            <a:prstGeom prst="roundRect">
              <a:avLst>
                <a:gd name="adj" fmla="val 4192"/>
              </a:avLst>
            </a:prstGeom>
            <a:solidFill>
              <a:schemeClr val="accent6"/>
            </a:solidFill>
            <a:ln>
              <a:noFill/>
            </a:ln>
          </p:spPr>
        </p:sp>
        <p:pic>
          <p:nvPicPr>
            <p:cNvPr id="9" name="Image 9"/>
            <p:cNvPicPr>
              <a:picLocks noChangeAspect="1"/>
            </p:cNvPicPr>
            <p:nvPr/>
          </p:nvPicPr>
          <p:blipFill>
            <a:blip r:embed="rId2"/>
            <a:stretch>
              <a:fillRect/>
            </a:stretch>
          </p:blipFill>
          <p:spPr>
            <a:xfrm>
              <a:off x="381000" y="1714500"/>
              <a:ext cx="5524500" cy="3105150"/>
            </a:xfrm>
            <a:prstGeom prst="roundRect">
              <a:avLst>
                <a:gd name="adj" fmla="val 3067"/>
              </a:avLst>
            </a:prstGeom>
          </p:spPr>
        </p:pic>
        <p:sp>
          <p:nvSpPr>
            <p:cNvPr id="10" name="Rectangle 10"/>
            <p:cNvSpPr/>
            <p:nvPr/>
          </p:nvSpPr>
          <p:spPr>
            <a:xfrm>
              <a:off x="381000" y="1714500"/>
              <a:ext cx="5524500" cy="3105150"/>
            </a:xfrm>
            <a:prstGeom prst="roundRect">
              <a:avLst>
                <a:gd name="adj" fmla="val 3067"/>
              </a:avLst>
            </a:prstGeom>
            <a:noFill/>
            <a:ln w="9525">
              <a:solidFill>
                <a:srgbClr val="E2E8F0"/>
              </a:solidFill>
            </a:ln>
          </p:spPr>
        </p:sp>
        <p:sp>
          <p:nvSpPr>
            <p:cNvPr id="11" name="TextBox 11"/>
            <p:cNvSpPr txBox="1"/>
            <p:nvPr/>
          </p:nvSpPr>
          <p:spPr>
            <a:xfrm>
              <a:off x="373380" y="4943475"/>
              <a:ext cx="4498086"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「受注管理.xlsm から 4モジュール・412行を読み込みました」</a:t>
              </a:r>
            </a:p>
          </p:txBody>
        </p:sp>
      </p:grpSp>
      <p:grpSp>
        <p:nvGrpSpPr>
          <p:cNvPr id="18" name="Group 18"/>
          <p:cNvGrpSpPr/>
          <p:nvPr/>
        </p:nvGrpSpPr>
        <p:grpSpPr>
          <a:xfrm>
            <a:off x="6248400" y="1419225"/>
            <a:ext cx="5600700" cy="3817620"/>
            <a:chOff x="6248400" y="1419225"/>
            <a:chExt cx="5600700" cy="3817620"/>
          </a:xfrm>
        </p:grpSpPr>
        <p:sp>
          <p:nvSpPr>
            <p:cNvPr id="13" name="TextBox 13"/>
            <p:cNvSpPr txBox="1"/>
            <p:nvPr/>
          </p:nvSpPr>
          <p:spPr>
            <a:xfrm>
              <a:off x="6278880" y="1419225"/>
              <a:ext cx="3068422" cy="293370"/>
            </a:xfrm>
            <a:prstGeom prst="rect">
              <a:avLst/>
            </a:prstGeom>
            <a:noFill/>
            <a:ln>
              <a:noFill/>
            </a:ln>
          </p:spPr>
          <p:txBody>
            <a:bodyPr wrap="none" lIns="0" tIns="0" rIns="0" bIns="0" anchor="t" anchorCtr="0">
              <a:spAutoFit/>
            </a:bodyPr>
            <a:lstStyle/>
            <a:p>
              <a:pPr algn="l"/>
              <a:r>
                <a:rPr lang="zh-CN" sz="1500" b="1" dirty="0">
                  <a:solidFill>
                    <a:srgbClr val="5B6B7C"/>
                  </a:solidFill>
                  <a:latin typeface="+mn-lt"/>
                  <a:ea typeface="+mn-ea"/>
                  <a:cs typeface="+mn-cs"/>
                </a:rPr>
                <a:t>「読み取った内容を見る」を開いた状態</a:t>
              </a:r>
            </a:p>
          </p:txBody>
        </p:sp>
        <p:sp>
          <p:nvSpPr>
            <p:cNvPr id="14" name="Rectangle 14"/>
            <p:cNvSpPr/>
            <p:nvPr/>
          </p:nvSpPr>
          <p:spPr>
            <a:xfrm>
              <a:off x="6248400" y="1676400"/>
              <a:ext cx="5600700" cy="3181350"/>
            </a:xfrm>
            <a:prstGeom prst="roundRect">
              <a:avLst>
                <a:gd name="adj" fmla="val 4192"/>
              </a:avLst>
            </a:prstGeom>
            <a:solidFill>
              <a:schemeClr val="accent6"/>
            </a:solidFill>
            <a:ln>
              <a:noFill/>
            </a:ln>
          </p:spPr>
        </p:sp>
        <p:pic>
          <p:nvPicPr>
            <p:cNvPr id="15" name="Image 15"/>
            <p:cNvPicPr>
              <a:picLocks noChangeAspect="1"/>
            </p:cNvPicPr>
            <p:nvPr/>
          </p:nvPicPr>
          <p:blipFill>
            <a:blip r:embed="rId3"/>
            <a:stretch>
              <a:fillRect/>
            </a:stretch>
          </p:blipFill>
          <p:spPr>
            <a:xfrm>
              <a:off x="6286500" y="1714500"/>
              <a:ext cx="5524500" cy="3105150"/>
            </a:xfrm>
            <a:prstGeom prst="roundRect">
              <a:avLst>
                <a:gd name="adj" fmla="val 3067"/>
              </a:avLst>
            </a:prstGeom>
          </p:spPr>
        </p:pic>
        <p:sp>
          <p:nvSpPr>
            <p:cNvPr id="16" name="Rectangle 16"/>
            <p:cNvSpPr/>
            <p:nvPr/>
          </p:nvSpPr>
          <p:spPr>
            <a:xfrm>
              <a:off x="6286500" y="1714500"/>
              <a:ext cx="5524500" cy="3105150"/>
            </a:xfrm>
            <a:prstGeom prst="roundRect">
              <a:avLst>
                <a:gd name="adj" fmla="val 3067"/>
              </a:avLst>
            </a:prstGeom>
            <a:noFill/>
            <a:ln w="9525">
              <a:solidFill>
                <a:srgbClr val="E2E8F0"/>
              </a:solidFill>
            </a:ln>
          </p:spPr>
        </p:sp>
        <p:sp>
          <p:nvSpPr>
            <p:cNvPr id="17" name="TextBox 17"/>
            <p:cNvSpPr txBox="1"/>
            <p:nvPr/>
          </p:nvSpPr>
          <p:spPr>
            <a:xfrm>
              <a:off x="6278880" y="4943475"/>
              <a:ext cx="2337435"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モジュール名と行数の一覧が出ます</a:t>
              </a:r>
            </a:p>
          </p:txBody>
        </p:sp>
      </p:grpSp>
      <p:grpSp>
        <p:nvGrpSpPr>
          <p:cNvPr id="22" name="Group 22"/>
          <p:cNvGrpSpPr/>
          <p:nvPr/>
        </p:nvGrpSpPr>
        <p:grpSpPr>
          <a:xfrm>
            <a:off x="342900" y="5391150"/>
            <a:ext cx="11506200" cy="819150"/>
            <a:chOff x="342900" y="5391150"/>
            <a:chExt cx="11506200" cy="819150"/>
          </a:xfrm>
        </p:grpSpPr>
        <p:sp>
          <p:nvSpPr>
            <p:cNvPr id="19" name="Rectangle 19"/>
            <p:cNvSpPr/>
            <p:nvPr/>
          </p:nvSpPr>
          <p:spPr>
            <a:xfrm>
              <a:off x="342900" y="5391150"/>
              <a:ext cx="11506200" cy="819150"/>
            </a:xfrm>
            <a:prstGeom prst="roundRect">
              <a:avLst>
                <a:gd name="adj" fmla="val 16279"/>
              </a:avLst>
            </a:prstGeom>
            <a:solidFill>
              <a:schemeClr val="lt1"/>
            </a:solidFill>
            <a:ln w="19050">
              <a:solidFill>
                <a:srgbClr val="2E7D5B"/>
              </a:solidFill>
            </a:ln>
          </p:spPr>
        </p:sp>
        <p:sp>
          <p:nvSpPr>
            <p:cNvPr id="20" name="Freeform 20"/>
            <p:cNvSpPr/>
            <p:nvPr/>
          </p:nvSpPr>
          <p:spPr>
            <a:xfrm>
              <a:off x="666121" y="5700712"/>
              <a:ext cx="248896" cy="238252"/>
            </a:xfrm>
            <a:custGeom>
              <a:avLst/>
              <a:gdLst/>
              <a:ahLst/>
              <a:cxnLst/>
              <a:rect l="l" t="t" r="r" b="b"/>
              <a:pathLst>
                <a:path w="248896" h="238252">
                  <a:moveTo>
                    <a:pt x="124430" y="0"/>
                  </a:moveTo>
                  <a:lnTo>
                    <a:pt x="125835" y="83"/>
                  </a:lnTo>
                  <a:lnTo>
                    <a:pt x="126537" y="179"/>
                  </a:lnTo>
                  <a:lnTo>
                    <a:pt x="127263" y="333"/>
                  </a:lnTo>
                  <a:lnTo>
                    <a:pt x="128585" y="738"/>
                  </a:lnTo>
                  <a:cubicBezTo>
                    <a:pt x="129498" y="1075"/>
                    <a:pt x="130366" y="1523"/>
                    <a:pt x="131169" y="2072"/>
                  </a:cubicBezTo>
                  <a:lnTo>
                    <a:pt x="132407" y="3048"/>
                  </a:lnTo>
                  <a:lnTo>
                    <a:pt x="135443" y="5644"/>
                  </a:lnTo>
                  <a:cubicBezTo>
                    <a:pt x="159462" y="25593"/>
                    <a:pt x="189817" y="36306"/>
                    <a:pt x="221037" y="35850"/>
                  </a:cubicBezTo>
                  <a:lnTo>
                    <a:pt x="225109" y="35731"/>
                  </a:lnTo>
                  <a:cubicBezTo>
                    <a:pt x="230588" y="35481"/>
                    <a:pt x="235528" y="39006"/>
                    <a:pt x="237075" y="44267"/>
                  </a:cubicBezTo>
                  <a:cubicBezTo>
                    <a:pt x="248896" y="84478"/>
                    <a:pt x="243904" y="127764"/>
                    <a:pt x="223241" y="164229"/>
                  </a:cubicBezTo>
                  <a:cubicBezTo>
                    <a:pt x="202579" y="200693"/>
                    <a:pt x="168012" y="227220"/>
                    <a:pt x="127442" y="237744"/>
                  </a:cubicBezTo>
                  <a:cubicBezTo>
                    <a:pt x="125482" y="238252"/>
                    <a:pt x="123425" y="238252"/>
                    <a:pt x="121465" y="237744"/>
                  </a:cubicBezTo>
                  <a:cubicBezTo>
                    <a:pt x="80893" y="227223"/>
                    <a:pt x="46323" y="200697"/>
                    <a:pt x="25658" y="164232"/>
                  </a:cubicBezTo>
                  <a:cubicBezTo>
                    <a:pt x="4993" y="127767"/>
                    <a:pt x="0" y="84480"/>
                    <a:pt x="11820" y="44267"/>
                  </a:cubicBezTo>
                  <a:cubicBezTo>
                    <a:pt x="13367" y="39006"/>
                    <a:pt x="18308" y="35481"/>
                    <a:pt x="23786" y="35731"/>
                  </a:cubicBezTo>
                  <a:cubicBezTo>
                    <a:pt x="56379" y="37221"/>
                    <a:pt x="88355" y="26491"/>
                    <a:pt x="113452" y="5644"/>
                  </a:cubicBezTo>
                  <a:lnTo>
                    <a:pt x="116584" y="2965"/>
                  </a:lnTo>
                  <a:lnTo>
                    <a:pt x="117727" y="2072"/>
                  </a:lnTo>
                  <a:cubicBezTo>
                    <a:pt x="118530" y="1523"/>
                    <a:pt x="119397" y="1075"/>
                    <a:pt x="120310" y="738"/>
                  </a:cubicBezTo>
                  <a:lnTo>
                    <a:pt x="121644" y="333"/>
                  </a:lnTo>
                  <a:cubicBezTo>
                    <a:pt x="122110" y="221"/>
                    <a:pt x="122584" y="137"/>
                    <a:pt x="123061" y="83"/>
                  </a:cubicBezTo>
                  <a:lnTo>
                    <a:pt x="124430" y="0"/>
                  </a:lnTo>
                  <a:close/>
                  <a:moveTo>
                    <a:pt x="168602" y="86832"/>
                  </a:moveTo>
                  <a:cubicBezTo>
                    <a:pt x="166369" y="84597"/>
                    <a:pt x="163338" y="83340"/>
                    <a:pt x="160178" y="83340"/>
                  </a:cubicBezTo>
                  <a:cubicBezTo>
                    <a:pt x="157018" y="83340"/>
                    <a:pt x="153988" y="84597"/>
                    <a:pt x="151755" y="86832"/>
                  </a:cubicBezTo>
                  <a:lnTo>
                    <a:pt x="112547" y="126028"/>
                  </a:lnTo>
                  <a:lnTo>
                    <a:pt x="97153" y="110645"/>
                  </a:lnTo>
                  <a:lnTo>
                    <a:pt x="96033" y="109657"/>
                  </a:lnTo>
                  <a:cubicBezTo>
                    <a:pt x="91067" y="105816"/>
                    <a:pt x="83972" y="106492"/>
                    <a:pt x="79820" y="111201"/>
                  </a:cubicBezTo>
                  <a:cubicBezTo>
                    <a:pt x="75668" y="115910"/>
                    <a:pt x="75885" y="123034"/>
                    <a:pt x="80317" y="127480"/>
                  </a:cubicBezTo>
                  <a:lnTo>
                    <a:pt x="104130" y="151293"/>
                  </a:lnTo>
                  <a:lnTo>
                    <a:pt x="105249" y="152281"/>
                  </a:lnTo>
                  <a:cubicBezTo>
                    <a:pt x="109989" y="155958"/>
                    <a:pt x="116723" y="155534"/>
                    <a:pt x="120965" y="151293"/>
                  </a:cubicBezTo>
                  <a:lnTo>
                    <a:pt x="168590" y="103668"/>
                  </a:lnTo>
                  <a:lnTo>
                    <a:pt x="169578" y="102549"/>
                  </a:lnTo>
                  <a:cubicBezTo>
                    <a:pt x="173255" y="97809"/>
                    <a:pt x="172831" y="91074"/>
                    <a:pt x="168590" y="86832"/>
                  </a:cubicBezTo>
                  <a:close/>
                </a:path>
              </a:pathLst>
            </a:custGeom>
            <a:solidFill>
              <a:srgbClr val="2E7D5B"/>
            </a:solidFill>
            <a:ln>
              <a:noFill/>
            </a:ln>
          </p:spPr>
        </p:sp>
        <p:sp>
          <p:nvSpPr>
            <p:cNvPr id="21" name="TextBox 21"/>
            <p:cNvSpPr txBox="1"/>
            <p:nvPr/>
          </p:nvSpPr>
          <p:spPr>
            <a:xfrm>
              <a:off x="1093470" y="5662612"/>
              <a:ext cx="6940225" cy="440055"/>
            </a:xfrm>
            <a:prstGeom prst="rect">
              <a:avLst/>
            </a:prstGeom>
            <a:noFill/>
            <a:ln>
              <a:noFill/>
            </a:ln>
          </p:spPr>
          <p:txBody>
            <a:bodyPr wrap="none" lIns="0" tIns="0" rIns="0" bIns="0" anchor="t" anchorCtr="0">
              <a:spAutoFit/>
            </a:bodyPr>
            <a:lstStyle/>
            <a:p>
              <a:pPr algn="l"/>
              <a:r>
                <a:rPr lang="zh-CN" sz="2250" b="1" dirty="0">
                  <a:solidFill>
                    <a:schemeClr val="dk1"/>
                  </a:solidFill>
                  <a:latin typeface="+mn-lt"/>
                  <a:ea typeface="+mn-ea"/>
                  <a:cs typeface="+mn-cs"/>
                </a:rPr>
                <a:t>ここでは元のブックには一切書き込んでいません。読んでいるだけです。</a:t>
              </a:r>
            </a:p>
          </p:txBody>
        </p:sp>
      </p:grpSp>
      <p:grpSp>
        <p:nvGrpSpPr>
          <p:cNvPr id="25" name="Group 25"/>
          <p:cNvGrpSpPr/>
          <p:nvPr/>
        </p:nvGrpSpPr>
        <p:grpSpPr>
          <a:xfrm>
            <a:off x="374904" y="6461760"/>
            <a:ext cx="11442192" cy="234696"/>
            <a:chOff x="374904" y="6461760"/>
            <a:chExt cx="11442192" cy="234696"/>
          </a:xfrm>
        </p:grpSpPr>
        <p:sp>
          <p:nvSpPr>
            <p:cNvPr id="23" name="TextBox 23"/>
            <p:cNvSpPr txBox="1"/>
            <p:nvPr/>
          </p:nvSpPr>
          <p:spPr>
            <a:xfrm>
              <a:off x="374904" y="6461760"/>
              <a:ext cx="1312621" cy="234696"/>
            </a:xfrm>
            <a:prstGeom prst="rect">
              <a:avLst/>
            </a:prstGeom>
            <a:noFill/>
            <a:ln>
              <a:noFill/>
            </a:ln>
          </p:spPr>
          <p:txBody>
            <a:bodyPr wrap="none" lIns="0" tIns="0" rIns="0" bIns="0" anchor="t" anchorCtr="0">
              <a:spAutoFit/>
            </a:bodyPr>
            <a:lstStyle/>
            <a:p>
              <a:pPr algn="l"/>
              <a:r>
                <a:rPr lang="zh-CN" sz="1200" dirty="0">
                  <a:solidFill>
                    <a:srgbClr val="5B6B7C"/>
                  </a:solidFill>
                  <a:latin typeface="+mn-lt"/>
                  <a:ea typeface="+mn-ea"/>
                  <a:cs typeface="+mn-cs"/>
                </a:rPr>
                <a:t>第二部 操作マニュアル</a:t>
              </a:r>
            </a:p>
          </p:txBody>
        </p:sp>
        <p:sp>
          <p:nvSpPr>
            <p:cNvPr id="24" name="TextBox 24"/>
            <p:cNvSpPr txBox="1"/>
            <p:nvPr/>
          </p:nvSpPr>
          <p:spPr>
            <a:xfrm>
              <a:off x="11627206" y="6461760"/>
              <a:ext cx="189890" cy="234696"/>
            </a:xfrm>
            <a:prstGeom prst="rect">
              <a:avLst/>
            </a:prstGeom>
            <a:noFill/>
            <a:ln>
              <a:noFill/>
            </a:ln>
          </p:spPr>
          <p:txBody>
            <a:bodyPr wrap="none" lIns="0" tIns="0" rIns="0" bIns="0" anchor="t" anchorCtr="0">
              <a:spAutoFit/>
            </a:bodyPr>
            <a:lstStyle/>
            <a:p>
              <a:pPr algn="r"/>
              <a:r>
                <a:rPr lang="en-US" sz="1200" dirty="0">
                  <a:solidFill>
                    <a:srgbClr val="5B6B7C"/>
                  </a:solidFill>
                  <a:latin typeface="+mn-lt"/>
                  <a:ea typeface="+mn-ea"/>
                  <a:cs typeface="+mn-cs"/>
                </a:rPr>
                <a:t>12</a:t>
              </a:r>
            </a:p>
          </p:txBody>
        </p:sp>
      </p:grpSp>
    </p:spTree>
  </p:cSld>
  <p:clrMapOvr>
    <a:masterClrMapping/>
  </p:clrMapOvr>
  <p:transition xmlns:p14="http://schemas.microsoft.com/office/powerpoint/2010/main" p14:dur="400">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Group 6"/>
          <p:cNvGrpSpPr/>
          <p:nvPr/>
        </p:nvGrpSpPr>
        <p:grpSpPr>
          <a:xfrm>
            <a:off x="381000" y="476250"/>
            <a:ext cx="11430000" cy="657225"/>
            <a:chOff x="381000" y="476250"/>
            <a:chExt cx="11430000" cy="657225"/>
          </a:xfrm>
        </p:grpSpPr>
        <p:sp>
          <p:nvSpPr>
            <p:cNvPr id="2" name="Rectangle 2"/>
            <p:cNvSpPr/>
            <p:nvPr/>
          </p:nvSpPr>
          <p:spPr>
            <a:xfrm>
              <a:off x="381000" y="476250"/>
              <a:ext cx="1409700" cy="342900"/>
            </a:xfrm>
            <a:prstGeom prst="roundRect">
              <a:avLst>
                <a:gd name="adj" fmla="val 50000"/>
              </a:avLst>
            </a:prstGeom>
            <a:solidFill>
              <a:schemeClr val="accent1"/>
            </a:solidFill>
            <a:ln>
              <a:noFill/>
            </a:ln>
          </p:spPr>
        </p:sp>
        <p:sp>
          <p:nvSpPr>
            <p:cNvPr id="3" name="TextBox 3"/>
            <p:cNvSpPr txBox="1"/>
            <p:nvPr/>
          </p:nvSpPr>
          <p:spPr>
            <a:xfrm>
              <a:off x="539915" y="568642"/>
              <a:ext cx="1091871"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mn-lt"/>
                  <a:ea typeface="+mn-ea"/>
                  <a:cs typeface="+mn-cs"/>
                </a:rPr>
                <a:t>手順 1 · 3/3</a:t>
              </a:r>
            </a:p>
          </p:txBody>
        </p:sp>
        <p:sp>
          <p:nvSpPr>
            <p:cNvPr id="4" name="TextBox 4"/>
            <p:cNvSpPr txBox="1"/>
            <p:nvPr/>
          </p:nvSpPr>
          <p:spPr>
            <a:xfrm>
              <a:off x="1946148" y="479108"/>
              <a:ext cx="4150619" cy="616077"/>
            </a:xfrm>
            <a:prstGeom prst="rect">
              <a:avLst/>
            </a:prstGeom>
            <a:noFill/>
            <a:ln>
              <a:noFill/>
            </a:ln>
          </p:spPr>
          <p:txBody>
            <a:bodyPr wrap="none" lIns="0" tIns="0" rIns="0" bIns="0" anchor="t" anchorCtr="0">
              <a:spAutoFit/>
            </a:bodyPr>
            <a:lstStyle/>
            <a:p>
              <a:pPr algn="l"/>
              <a:r>
                <a:rPr lang="zh-CN" sz="3150" b="1" dirty="0">
                  <a:solidFill>
                    <a:schemeClr val="dk1"/>
                  </a:solidFill>
                  <a:latin typeface="+mn-lt"/>
                  <a:ea typeface="+mn-ea"/>
                  <a:cs typeface="+mn-cs"/>
                </a:rPr>
                <a:t>このマクロをどうしたいか選びます</a:t>
              </a:r>
            </a:p>
          </p:txBody>
        </p:sp>
        <p:sp>
          <p:nvSpPr>
            <p:cNvPr id="5" name="Line 5"/>
            <p:cNvSpPr/>
            <p:nvPr/>
          </p:nvSpPr>
          <p:spPr>
            <a:xfrm>
              <a:off x="381000" y="1123950"/>
              <a:ext cx="11430000" cy="9525"/>
            </a:xfrm>
            <a:custGeom>
              <a:avLst/>
              <a:gdLst/>
              <a:ahLst/>
              <a:cxnLst/>
              <a:rect l="l" t="t" r="r" b="b"/>
              <a:pathLst>
                <a:path w="11430000" h="9525">
                  <a:moveTo>
                    <a:pt x="0" y="0"/>
                  </a:moveTo>
                  <a:lnTo>
                    <a:pt x="11430000" y="0"/>
                  </a:lnTo>
                </a:path>
              </a:pathLst>
            </a:custGeom>
            <a:noFill/>
            <a:ln w="9525">
              <a:solidFill>
                <a:srgbClr val="E2E8F0"/>
              </a:solidFill>
            </a:ln>
          </p:spPr>
        </p:sp>
      </p:grpSp>
      <p:grpSp>
        <p:nvGrpSpPr>
          <p:cNvPr id="11" name="Group 11"/>
          <p:cNvGrpSpPr/>
          <p:nvPr/>
        </p:nvGrpSpPr>
        <p:grpSpPr>
          <a:xfrm>
            <a:off x="342900" y="1371600"/>
            <a:ext cx="6477000" cy="3676650"/>
            <a:chOff x="342900" y="1371600"/>
            <a:chExt cx="6477000" cy="3676650"/>
          </a:xfrm>
        </p:grpSpPr>
        <p:sp>
          <p:nvSpPr>
            <p:cNvPr id="7" name="Rectangle 7"/>
            <p:cNvSpPr/>
            <p:nvPr/>
          </p:nvSpPr>
          <p:spPr>
            <a:xfrm>
              <a:off x="342900" y="1371600"/>
              <a:ext cx="6477000" cy="3676650"/>
            </a:xfrm>
            <a:prstGeom prst="roundRect">
              <a:avLst>
                <a:gd name="adj" fmla="val 3627"/>
              </a:avLst>
            </a:prstGeom>
            <a:solidFill>
              <a:schemeClr val="accent6"/>
            </a:solidFill>
            <a:ln>
              <a:noFill/>
            </a:ln>
          </p:spPr>
        </p:sp>
        <p:pic>
          <p:nvPicPr>
            <p:cNvPr id="8" name="Image 8"/>
            <p:cNvPicPr>
              <a:picLocks noChangeAspect="1"/>
            </p:cNvPicPr>
            <p:nvPr/>
          </p:nvPicPr>
          <p:blipFill>
            <a:blip r:embed="rId2"/>
            <a:stretch>
              <a:fillRect/>
            </a:stretch>
          </p:blipFill>
          <p:spPr>
            <a:xfrm>
              <a:off x="381000" y="1409700"/>
              <a:ext cx="6400800" cy="3600450"/>
            </a:xfrm>
            <a:prstGeom prst="roundRect">
              <a:avLst>
                <a:gd name="adj" fmla="val 2645"/>
              </a:avLst>
            </a:prstGeom>
          </p:spPr>
        </p:pic>
        <p:sp>
          <p:nvSpPr>
            <p:cNvPr id="9" name="Rectangle 9"/>
            <p:cNvSpPr/>
            <p:nvPr/>
          </p:nvSpPr>
          <p:spPr>
            <a:xfrm>
              <a:off x="381000" y="1409700"/>
              <a:ext cx="6400800" cy="3600450"/>
            </a:xfrm>
            <a:prstGeom prst="roundRect">
              <a:avLst>
                <a:gd name="adj" fmla="val 2646"/>
              </a:avLst>
            </a:prstGeom>
            <a:noFill/>
            <a:ln w="9525">
              <a:solidFill>
                <a:srgbClr val="E2E8F0"/>
              </a:solidFill>
            </a:ln>
          </p:spPr>
        </p:sp>
        <p:sp>
          <p:nvSpPr>
            <p:cNvPr id="10" name="Rectangle 10"/>
            <p:cNvSpPr/>
            <p:nvPr/>
          </p:nvSpPr>
          <p:spPr>
            <a:xfrm>
              <a:off x="5905500" y="4305300"/>
              <a:ext cx="762000" cy="419100"/>
            </a:xfrm>
            <a:prstGeom prst="roundRect">
              <a:avLst>
                <a:gd name="adj" fmla="val 22727"/>
              </a:avLst>
            </a:prstGeom>
            <a:noFill/>
            <a:ln w="28575">
              <a:solidFill>
                <a:schemeClr val="accent2"/>
              </a:solidFill>
            </a:ln>
          </p:spPr>
        </p:sp>
      </p:grpSp>
      <p:grpSp>
        <p:nvGrpSpPr>
          <p:cNvPr id="15" name="Group 15"/>
          <p:cNvGrpSpPr/>
          <p:nvPr/>
        </p:nvGrpSpPr>
        <p:grpSpPr>
          <a:xfrm>
            <a:off x="342900" y="5238750"/>
            <a:ext cx="6477000" cy="971550"/>
            <a:chOff x="342900" y="5238750"/>
            <a:chExt cx="6477000" cy="971550"/>
          </a:xfrm>
        </p:grpSpPr>
        <p:sp>
          <p:nvSpPr>
            <p:cNvPr id="12" name="Rectangle 12"/>
            <p:cNvSpPr/>
            <p:nvPr/>
          </p:nvSpPr>
          <p:spPr>
            <a:xfrm>
              <a:off x="342900" y="5238750"/>
              <a:ext cx="6477000" cy="971550"/>
            </a:xfrm>
            <a:prstGeom prst="roundRect">
              <a:avLst>
                <a:gd name="adj" fmla="val 13725"/>
              </a:avLst>
            </a:prstGeom>
            <a:solidFill>
              <a:schemeClr val="lt1"/>
            </a:solidFill>
            <a:ln w="19050">
              <a:solidFill>
                <a:schemeClr val="accent2"/>
              </a:solidFill>
            </a:ln>
          </p:spPr>
        </p:sp>
        <p:sp>
          <p:nvSpPr>
            <p:cNvPr id="13" name="Freeform 13"/>
            <p:cNvSpPr/>
            <p:nvPr/>
          </p:nvSpPr>
          <p:spPr>
            <a:xfrm>
              <a:off x="600088" y="5466858"/>
              <a:ext cx="247496" cy="214761"/>
            </a:xfrm>
            <a:custGeom>
              <a:avLst/>
              <a:gdLst/>
              <a:ahLst/>
              <a:cxnLst/>
              <a:rect l="l" t="t" r="r" b="b"/>
              <a:pathLst>
                <a:path w="247496" h="214761">
                  <a:moveTo>
                    <a:pt x="123812" y="0"/>
                  </a:moveTo>
                  <a:cubicBezTo>
                    <a:pt x="134425" y="0"/>
                    <a:pt x="144315" y="5190"/>
                    <a:pt x="150371" y="13857"/>
                  </a:cubicBezTo>
                  <a:lnTo>
                    <a:pt x="151538" y="15635"/>
                  </a:lnTo>
                  <a:lnTo>
                    <a:pt x="241705" y="166188"/>
                  </a:lnTo>
                  <a:cubicBezTo>
                    <a:pt x="247275" y="175835"/>
                    <a:pt x="247496" y="187668"/>
                    <a:pt x="242289" y="197516"/>
                  </a:cubicBezTo>
                  <a:cubicBezTo>
                    <a:pt x="237081" y="207364"/>
                    <a:pt x="227178" y="213844"/>
                    <a:pt x="216069" y="214672"/>
                  </a:cubicBezTo>
                  <a:lnTo>
                    <a:pt x="213902" y="214761"/>
                  </a:lnTo>
                  <a:lnTo>
                    <a:pt x="33601" y="214761"/>
                  </a:lnTo>
                  <a:cubicBezTo>
                    <a:pt x="22481" y="214636"/>
                    <a:pt x="12203" y="208813"/>
                    <a:pt x="6379" y="199340"/>
                  </a:cubicBezTo>
                  <a:cubicBezTo>
                    <a:pt x="555" y="189866"/>
                    <a:pt x="0" y="178067"/>
                    <a:pt x="4908" y="168088"/>
                  </a:cubicBezTo>
                  <a:lnTo>
                    <a:pt x="6009" y="166032"/>
                  </a:lnTo>
                  <a:lnTo>
                    <a:pt x="96131" y="15591"/>
                  </a:lnTo>
                  <a:cubicBezTo>
                    <a:pt x="102000" y="5914"/>
                    <a:pt x="112495" y="2"/>
                    <a:pt x="123812" y="0"/>
                  </a:cubicBezTo>
                  <a:close/>
                  <a:moveTo>
                    <a:pt x="123924" y="148130"/>
                  </a:moveTo>
                  <a:lnTo>
                    <a:pt x="122512" y="148208"/>
                  </a:lnTo>
                  <a:cubicBezTo>
                    <a:pt x="116922" y="148873"/>
                    <a:pt x="112712" y="153613"/>
                    <a:pt x="112712" y="159243"/>
                  </a:cubicBezTo>
                  <a:cubicBezTo>
                    <a:pt x="112712" y="164872"/>
                    <a:pt x="116922" y="169612"/>
                    <a:pt x="122512" y="170277"/>
                  </a:cubicBezTo>
                  <a:lnTo>
                    <a:pt x="123812" y="170355"/>
                  </a:lnTo>
                  <a:lnTo>
                    <a:pt x="125224" y="170277"/>
                  </a:lnTo>
                  <a:cubicBezTo>
                    <a:pt x="130814" y="169612"/>
                    <a:pt x="135024" y="164872"/>
                    <a:pt x="135024" y="159243"/>
                  </a:cubicBezTo>
                  <a:cubicBezTo>
                    <a:pt x="135024" y="153613"/>
                    <a:pt x="130814" y="148873"/>
                    <a:pt x="125224" y="148208"/>
                  </a:cubicBezTo>
                  <a:lnTo>
                    <a:pt x="123924" y="148130"/>
                  </a:lnTo>
                  <a:close/>
                  <a:moveTo>
                    <a:pt x="123812" y="70342"/>
                  </a:moveTo>
                  <a:cubicBezTo>
                    <a:pt x="118179" y="70343"/>
                    <a:pt x="113437" y="74560"/>
                    <a:pt x="112778" y="80155"/>
                  </a:cubicBezTo>
                  <a:lnTo>
                    <a:pt x="112700" y="81455"/>
                  </a:lnTo>
                  <a:lnTo>
                    <a:pt x="112700" y="125905"/>
                  </a:lnTo>
                  <a:lnTo>
                    <a:pt x="112778" y="127205"/>
                  </a:lnTo>
                  <a:cubicBezTo>
                    <a:pt x="113443" y="132795"/>
                    <a:pt x="118183" y="137005"/>
                    <a:pt x="123812" y="137005"/>
                  </a:cubicBezTo>
                  <a:cubicBezTo>
                    <a:pt x="129442" y="137005"/>
                    <a:pt x="134182" y="132795"/>
                    <a:pt x="134847" y="127205"/>
                  </a:cubicBezTo>
                  <a:lnTo>
                    <a:pt x="134925" y="125905"/>
                  </a:lnTo>
                  <a:lnTo>
                    <a:pt x="134925" y="81455"/>
                  </a:lnTo>
                  <a:lnTo>
                    <a:pt x="134847" y="80155"/>
                  </a:lnTo>
                  <a:cubicBezTo>
                    <a:pt x="134188" y="74560"/>
                    <a:pt x="129446" y="70343"/>
                    <a:pt x="123812" y="70342"/>
                  </a:cubicBezTo>
                  <a:close/>
                </a:path>
              </a:pathLst>
            </a:custGeom>
            <a:solidFill>
              <a:schemeClr val="accent2"/>
            </a:solidFill>
            <a:ln>
              <a:noFill/>
            </a:ln>
          </p:spPr>
        </p:sp>
        <p:sp>
          <p:nvSpPr>
            <p:cNvPr id="14" name="TextBox 14"/>
            <p:cNvSpPr txBox="1"/>
            <p:nvPr/>
          </p:nvSpPr>
          <p:spPr>
            <a:xfrm>
              <a:off x="943356" y="5463540"/>
              <a:ext cx="2730627" cy="675894"/>
            </a:xfrm>
            <a:prstGeom prst="rect">
              <a:avLst/>
            </a:prstGeom>
            <a:noFill/>
            <a:ln>
              <a:noFill/>
            </a:ln>
          </p:spPr>
          <p:txBody>
            <a:bodyPr wrap="square" lIns="0" tIns="0" rIns="0" bIns="0" anchor="t" anchorCtr="0"/>
            <a:lstStyle/>
            <a:p>
              <a:pPr algn="l">
                <a:lnSpc>
                  <a:spcPts val="2550"/>
                </a:lnSpc>
              </a:pPr>
              <a:r>
                <a:rPr lang="zh-CN" sz="1800" b="1" dirty="0">
                  <a:solidFill>
                    <a:schemeClr val="dk1"/>
                  </a:solidFill>
                  <a:latin typeface="+mn-lt"/>
                  <a:ea typeface="+mn-ea"/>
                  <a:cs typeface="+mn-cs"/>
                </a:rPr>
                <a:t>選んでも自動では進みません。右下の［次へ］で確定します。</a:t>
              </a:r>
            </a:p>
          </p:txBody>
        </p:sp>
      </p:grpSp>
      <p:grpSp>
        <p:nvGrpSpPr>
          <p:cNvPr id="28" name="Group 28"/>
          <p:cNvGrpSpPr/>
          <p:nvPr/>
        </p:nvGrpSpPr>
        <p:grpSpPr>
          <a:xfrm>
            <a:off x="7010400" y="1371600"/>
            <a:ext cx="4800600" cy="4672584"/>
            <a:chOff x="7010400" y="1371600"/>
            <a:chExt cx="4800600" cy="4672584"/>
          </a:xfrm>
        </p:grpSpPr>
        <p:sp>
          <p:nvSpPr>
            <p:cNvPr id="16" name="Rectangle 16"/>
            <p:cNvSpPr/>
            <p:nvPr/>
          </p:nvSpPr>
          <p:spPr>
            <a:xfrm>
              <a:off x="7010400" y="1371600"/>
              <a:ext cx="4800600" cy="1714500"/>
            </a:xfrm>
            <a:prstGeom prst="roundRect">
              <a:avLst>
                <a:gd name="adj" fmla="val 7778"/>
              </a:avLst>
            </a:prstGeom>
            <a:solidFill>
              <a:schemeClr val="accent6"/>
            </a:solidFill>
            <a:ln>
              <a:noFill/>
            </a:ln>
          </p:spPr>
        </p:sp>
        <p:sp>
          <p:nvSpPr>
            <p:cNvPr id="17" name="Rectangle 17"/>
            <p:cNvSpPr/>
            <p:nvPr/>
          </p:nvSpPr>
          <p:spPr>
            <a:xfrm>
              <a:off x="7010400" y="1371600"/>
              <a:ext cx="66675" cy="1714500"/>
            </a:xfrm>
            <a:prstGeom prst="roundRect">
              <a:avLst>
                <a:gd name="adj" fmla="val 50000"/>
              </a:avLst>
            </a:prstGeom>
            <a:solidFill>
              <a:schemeClr val="accent1"/>
            </a:solidFill>
            <a:ln>
              <a:noFill/>
            </a:ln>
          </p:spPr>
        </p:sp>
        <p:sp>
          <p:nvSpPr>
            <p:cNvPr id="18" name="Freeform 18"/>
            <p:cNvSpPr/>
            <p:nvPr/>
          </p:nvSpPr>
          <p:spPr>
            <a:xfrm>
              <a:off x="7329713" y="1690913"/>
              <a:ext cx="237675" cy="237675"/>
            </a:xfrm>
            <a:custGeom>
              <a:avLst/>
              <a:gdLst/>
              <a:ahLst/>
              <a:cxnLst/>
              <a:rect l="l" t="t" r="r" b="b"/>
              <a:pathLst>
                <a:path w="237675" h="237675">
                  <a:moveTo>
                    <a:pt x="148252" y="30837"/>
                  </a:moveTo>
                  <a:cubicBezTo>
                    <a:pt x="148857" y="33333"/>
                    <a:pt x="150617" y="35390"/>
                    <a:pt x="152989" y="36374"/>
                  </a:cubicBezTo>
                  <a:cubicBezTo>
                    <a:pt x="155361" y="37358"/>
                    <a:pt x="158060" y="37151"/>
                    <a:pt x="160254" y="35816"/>
                  </a:cubicBezTo>
                  <a:cubicBezTo>
                    <a:pt x="187357" y="19314"/>
                    <a:pt x="218372" y="50318"/>
                    <a:pt x="201870" y="77421"/>
                  </a:cubicBezTo>
                  <a:cubicBezTo>
                    <a:pt x="200535" y="79613"/>
                    <a:pt x="200326" y="82311"/>
                    <a:pt x="201308" y="84682"/>
                  </a:cubicBezTo>
                  <a:cubicBezTo>
                    <a:pt x="202289" y="87054"/>
                    <a:pt x="204344" y="88815"/>
                    <a:pt x="206838" y="89423"/>
                  </a:cubicBezTo>
                  <a:cubicBezTo>
                    <a:pt x="237675" y="96901"/>
                    <a:pt x="237675" y="140762"/>
                    <a:pt x="206838" y="148252"/>
                  </a:cubicBezTo>
                  <a:cubicBezTo>
                    <a:pt x="204342" y="148857"/>
                    <a:pt x="202285" y="150617"/>
                    <a:pt x="201301" y="152989"/>
                  </a:cubicBezTo>
                  <a:cubicBezTo>
                    <a:pt x="200317" y="155361"/>
                    <a:pt x="200524" y="158060"/>
                    <a:pt x="201859" y="160254"/>
                  </a:cubicBezTo>
                  <a:cubicBezTo>
                    <a:pt x="218361" y="187357"/>
                    <a:pt x="187357" y="218372"/>
                    <a:pt x="160254" y="201870"/>
                  </a:cubicBezTo>
                  <a:cubicBezTo>
                    <a:pt x="158062" y="200535"/>
                    <a:pt x="155364" y="200326"/>
                    <a:pt x="152992" y="201308"/>
                  </a:cubicBezTo>
                  <a:cubicBezTo>
                    <a:pt x="150621" y="202289"/>
                    <a:pt x="148860" y="204344"/>
                    <a:pt x="148252" y="206838"/>
                  </a:cubicBezTo>
                  <a:cubicBezTo>
                    <a:pt x="140774" y="237675"/>
                    <a:pt x="96912" y="237675"/>
                    <a:pt x="89423" y="206838"/>
                  </a:cubicBezTo>
                  <a:cubicBezTo>
                    <a:pt x="88818" y="204342"/>
                    <a:pt x="87058" y="202285"/>
                    <a:pt x="84686" y="201301"/>
                  </a:cubicBezTo>
                  <a:cubicBezTo>
                    <a:pt x="82314" y="200317"/>
                    <a:pt x="79615" y="200524"/>
                    <a:pt x="77421" y="201859"/>
                  </a:cubicBezTo>
                  <a:cubicBezTo>
                    <a:pt x="50318" y="218361"/>
                    <a:pt x="19302" y="187357"/>
                    <a:pt x="35805" y="160254"/>
                  </a:cubicBezTo>
                  <a:cubicBezTo>
                    <a:pt x="37140" y="158062"/>
                    <a:pt x="37349" y="155364"/>
                    <a:pt x="36367" y="152992"/>
                  </a:cubicBezTo>
                  <a:cubicBezTo>
                    <a:pt x="35385" y="150621"/>
                    <a:pt x="33331" y="148860"/>
                    <a:pt x="30837" y="148252"/>
                  </a:cubicBezTo>
                  <a:cubicBezTo>
                    <a:pt x="0" y="140774"/>
                    <a:pt x="0" y="96912"/>
                    <a:pt x="30837" y="89423"/>
                  </a:cubicBezTo>
                  <a:cubicBezTo>
                    <a:pt x="33333" y="88818"/>
                    <a:pt x="35390" y="87058"/>
                    <a:pt x="36374" y="84686"/>
                  </a:cubicBezTo>
                  <a:cubicBezTo>
                    <a:pt x="37358" y="82314"/>
                    <a:pt x="37151" y="79615"/>
                    <a:pt x="35816" y="77421"/>
                  </a:cubicBezTo>
                  <a:cubicBezTo>
                    <a:pt x="19314" y="50318"/>
                    <a:pt x="50318" y="19302"/>
                    <a:pt x="77421" y="35805"/>
                  </a:cubicBezTo>
                  <a:cubicBezTo>
                    <a:pt x="79611" y="37150"/>
                    <a:pt x="82313" y="37364"/>
                    <a:pt x="84688" y="36381"/>
                  </a:cubicBezTo>
                  <a:cubicBezTo>
                    <a:pt x="87063" y="35398"/>
                    <a:pt x="88824" y="33337"/>
                    <a:pt x="89423" y="30837"/>
                  </a:cubicBezTo>
                  <a:cubicBezTo>
                    <a:pt x="96901" y="0"/>
                    <a:pt x="140762" y="0"/>
                    <a:pt x="148252" y="30837"/>
                  </a:cubicBezTo>
                  <a:close/>
                  <a:moveTo>
                    <a:pt x="118837" y="85500"/>
                  </a:moveTo>
                  <a:cubicBezTo>
                    <a:pt x="100426" y="85500"/>
                    <a:pt x="85500" y="100426"/>
                    <a:pt x="85500" y="118837"/>
                  </a:cubicBezTo>
                  <a:cubicBezTo>
                    <a:pt x="85500" y="137249"/>
                    <a:pt x="100426" y="152175"/>
                    <a:pt x="118837" y="152175"/>
                  </a:cubicBezTo>
                  <a:cubicBezTo>
                    <a:pt x="137249" y="152175"/>
                    <a:pt x="152175" y="137249"/>
                    <a:pt x="152175" y="118837"/>
                  </a:cubicBezTo>
                  <a:cubicBezTo>
                    <a:pt x="152175" y="100426"/>
                    <a:pt x="137249" y="85500"/>
                    <a:pt x="118837" y="85500"/>
                  </a:cubicBezTo>
                </a:path>
              </a:pathLst>
            </a:custGeom>
            <a:solidFill>
              <a:schemeClr val="accent1"/>
            </a:solidFill>
            <a:ln>
              <a:noFill/>
            </a:ln>
          </p:spPr>
        </p:sp>
        <p:sp>
          <p:nvSpPr>
            <p:cNvPr id="19" name="TextBox 19"/>
            <p:cNvSpPr txBox="1"/>
            <p:nvPr/>
          </p:nvSpPr>
          <p:spPr>
            <a:xfrm>
              <a:off x="7706106" y="1701165"/>
              <a:ext cx="1366777" cy="352044"/>
            </a:xfrm>
            <a:prstGeom prst="rect">
              <a:avLst/>
            </a:prstGeom>
            <a:noFill/>
            <a:ln>
              <a:noFill/>
            </a:ln>
          </p:spPr>
          <p:txBody>
            <a:bodyPr wrap="none" lIns="0" tIns="0" rIns="0" bIns="0" anchor="t" anchorCtr="0">
              <a:spAutoFit/>
            </a:bodyPr>
            <a:lstStyle/>
            <a:p>
              <a:pPr algn="l"/>
              <a:r>
                <a:rPr lang="zh-CN" sz="1800" b="1" dirty="0">
                  <a:solidFill>
                    <a:schemeClr val="dk1"/>
                  </a:solidFill>
                  <a:latin typeface="+mn-lt"/>
                  <a:ea typeface="+mn-ea"/>
                  <a:cs typeface="+mn-cs"/>
                </a:rPr>
                <a:t>マクロを改修する</a:t>
              </a:r>
            </a:p>
          </p:txBody>
        </p:sp>
        <p:sp>
          <p:nvSpPr>
            <p:cNvPr id="20" name="TextBox 20"/>
            <p:cNvSpPr txBox="1"/>
            <p:nvPr/>
          </p:nvSpPr>
          <p:spPr>
            <a:xfrm>
              <a:off x="7306056" y="2148840"/>
              <a:ext cx="2921508" cy="675894"/>
            </a:xfrm>
            <a:prstGeom prst="rect">
              <a:avLst/>
            </a:prstGeom>
            <a:noFill/>
            <a:ln>
              <a:noFill/>
            </a:ln>
          </p:spPr>
          <p:txBody>
            <a:bodyPr wrap="square" lIns="0" tIns="0" rIns="0" bIns="0" anchor="t" anchorCtr="0"/>
            <a:lstStyle/>
            <a:p>
              <a:pPr algn="l">
                <a:lnSpc>
                  <a:spcPts val="2550"/>
                </a:lnSpc>
              </a:pPr>
              <a:r>
                <a:rPr lang="zh-CN" sz="1800" dirty="0">
                  <a:solidFill>
                    <a:srgbClr val="5B6B7C"/>
                  </a:solidFill>
                  <a:latin typeface="+mn-lt"/>
                  <a:ea typeface="+mn-ea"/>
                  <a:cs typeface="+mn-cs"/>
                </a:rPr>
                <a:t>AIの返答を取り込んで、改修済みの</a:t>
              </a:r>
              <a:r>
                <a:rPr lang="en-US" sz="1800" dirty="0">
                  <a:solidFill>
                    <a:srgbClr val="5B6B7C"/>
                  </a:solidFill>
                  <a:latin typeface="+mn-lt"/>
                  <a:ea typeface="+mn-ea"/>
                  <a:cs typeface="+mn-cs"/>
                </a:rPr>
                <a:t xml:space="preserve"> </a:t>
              </a:r>
              <a:r>
                <a:rPr lang="zh-CN" sz="1800" dirty="0">
                  <a:solidFill>
                    <a:srgbClr val="5B6B7C"/>
                  </a:solidFill>
                  <a:latin typeface="+mn-lt"/>
                  <a:ea typeface="+mn-ea"/>
                  <a:cs typeface="+mn-cs"/>
                </a:rPr>
                <a:t>ブックをこのアプリで作ります。</a:t>
              </a:r>
            </a:p>
          </p:txBody>
        </p:sp>
        <p:sp>
          <p:nvSpPr>
            <p:cNvPr id="21" name="Rectangle 21"/>
            <p:cNvSpPr/>
            <p:nvPr/>
          </p:nvSpPr>
          <p:spPr>
            <a:xfrm>
              <a:off x="7010400" y="3276600"/>
              <a:ext cx="4800600" cy="1714500"/>
            </a:xfrm>
            <a:prstGeom prst="roundRect">
              <a:avLst>
                <a:gd name="adj" fmla="val 7778"/>
              </a:avLst>
            </a:prstGeom>
            <a:solidFill>
              <a:schemeClr val="accent6"/>
            </a:solidFill>
            <a:ln>
              <a:noFill/>
            </a:ln>
          </p:spPr>
        </p:sp>
        <p:sp>
          <p:nvSpPr>
            <p:cNvPr id="22" name="Rectangle 22"/>
            <p:cNvSpPr/>
            <p:nvPr/>
          </p:nvSpPr>
          <p:spPr>
            <a:xfrm>
              <a:off x="7010400" y="3276600"/>
              <a:ext cx="66675" cy="1714500"/>
            </a:xfrm>
            <a:prstGeom prst="roundRect">
              <a:avLst>
                <a:gd name="adj" fmla="val 50000"/>
              </a:avLst>
            </a:prstGeom>
            <a:solidFill>
              <a:schemeClr val="accent3"/>
            </a:solidFill>
            <a:ln>
              <a:noFill/>
            </a:ln>
          </p:spPr>
        </p:sp>
        <p:sp>
          <p:nvSpPr>
            <p:cNvPr id="23" name="Freeform 23"/>
            <p:cNvSpPr/>
            <p:nvPr/>
          </p:nvSpPr>
          <p:spPr>
            <a:xfrm>
              <a:off x="7337425" y="3614738"/>
              <a:ext cx="222251" cy="211658"/>
            </a:xfrm>
            <a:custGeom>
              <a:avLst/>
              <a:gdLst/>
              <a:ahLst/>
              <a:cxnLst/>
              <a:rect l="l" t="t" r="r" b="b"/>
              <a:pathLst>
                <a:path w="222251" h="211658">
                  <a:moveTo>
                    <a:pt x="177801" y="0"/>
                  </a:moveTo>
                  <a:cubicBezTo>
                    <a:pt x="202350" y="0"/>
                    <a:pt x="222251" y="19901"/>
                    <a:pt x="222251" y="44450"/>
                  </a:cubicBezTo>
                  <a:lnTo>
                    <a:pt x="222251" y="133350"/>
                  </a:lnTo>
                  <a:cubicBezTo>
                    <a:pt x="222251" y="157900"/>
                    <a:pt x="202350" y="177801"/>
                    <a:pt x="177801" y="177801"/>
                  </a:cubicBezTo>
                  <a:lnTo>
                    <a:pt x="125305" y="177801"/>
                  </a:lnTo>
                  <a:lnTo>
                    <a:pt x="72387" y="209549"/>
                  </a:lnTo>
                  <a:cubicBezTo>
                    <a:pt x="69149" y="211492"/>
                    <a:pt x="65145" y="211658"/>
                    <a:pt x="61757" y="209989"/>
                  </a:cubicBezTo>
                  <a:cubicBezTo>
                    <a:pt x="58370" y="208320"/>
                    <a:pt x="56062" y="205044"/>
                    <a:pt x="55629" y="201292"/>
                  </a:cubicBezTo>
                  <a:lnTo>
                    <a:pt x="55563" y="200026"/>
                  </a:lnTo>
                  <a:lnTo>
                    <a:pt x="55563" y="177801"/>
                  </a:lnTo>
                  <a:lnTo>
                    <a:pt x="44450" y="177801"/>
                  </a:lnTo>
                  <a:cubicBezTo>
                    <a:pt x="20765" y="177801"/>
                    <a:pt x="1240" y="159229"/>
                    <a:pt x="56" y="135573"/>
                  </a:cubicBezTo>
                  <a:lnTo>
                    <a:pt x="0" y="133350"/>
                  </a:lnTo>
                  <a:lnTo>
                    <a:pt x="0" y="44450"/>
                  </a:lnTo>
                  <a:cubicBezTo>
                    <a:pt x="0" y="19901"/>
                    <a:pt x="19901" y="0"/>
                    <a:pt x="44450" y="0"/>
                  </a:cubicBezTo>
                  <a:close/>
                  <a:moveTo>
                    <a:pt x="146685" y="103191"/>
                  </a:moveTo>
                  <a:cubicBezTo>
                    <a:pt x="142303" y="98896"/>
                    <a:pt x="135269" y="98965"/>
                    <a:pt x="130972" y="103347"/>
                  </a:cubicBezTo>
                  <a:cubicBezTo>
                    <a:pt x="125747" y="108682"/>
                    <a:pt x="118593" y="111688"/>
                    <a:pt x="111125" y="111688"/>
                  </a:cubicBezTo>
                  <a:cubicBezTo>
                    <a:pt x="103657" y="111688"/>
                    <a:pt x="96504" y="108682"/>
                    <a:pt x="91278" y="103347"/>
                  </a:cubicBezTo>
                  <a:cubicBezTo>
                    <a:pt x="86964" y="99069"/>
                    <a:pt x="80014" y="99050"/>
                    <a:pt x="75676" y="103303"/>
                  </a:cubicBezTo>
                  <a:cubicBezTo>
                    <a:pt x="71337" y="107557"/>
                    <a:pt x="71219" y="114506"/>
                    <a:pt x="75410" y="118904"/>
                  </a:cubicBezTo>
                  <a:cubicBezTo>
                    <a:pt x="84815" y="128502"/>
                    <a:pt x="97687" y="133910"/>
                    <a:pt x="111125" y="133910"/>
                  </a:cubicBezTo>
                  <a:cubicBezTo>
                    <a:pt x="124563" y="133910"/>
                    <a:pt x="137436" y="128502"/>
                    <a:pt x="146841" y="118904"/>
                  </a:cubicBezTo>
                  <a:cubicBezTo>
                    <a:pt x="151136" y="114522"/>
                    <a:pt x="151067" y="107487"/>
                    <a:pt x="146685" y="103191"/>
                  </a:cubicBezTo>
                  <a:moveTo>
                    <a:pt x="83455" y="55563"/>
                  </a:moveTo>
                  <a:lnTo>
                    <a:pt x="83344" y="55563"/>
                  </a:lnTo>
                  <a:cubicBezTo>
                    <a:pt x="77207" y="55563"/>
                    <a:pt x="72231" y="60538"/>
                    <a:pt x="72231" y="66675"/>
                  </a:cubicBezTo>
                  <a:cubicBezTo>
                    <a:pt x="72231" y="72812"/>
                    <a:pt x="77207" y="77788"/>
                    <a:pt x="83344" y="77788"/>
                  </a:cubicBezTo>
                  <a:lnTo>
                    <a:pt x="83455" y="77788"/>
                  </a:lnTo>
                  <a:cubicBezTo>
                    <a:pt x="89592" y="77788"/>
                    <a:pt x="94568" y="72812"/>
                    <a:pt x="94568" y="66675"/>
                  </a:cubicBezTo>
                  <a:cubicBezTo>
                    <a:pt x="94568" y="60538"/>
                    <a:pt x="89592" y="55563"/>
                    <a:pt x="83455" y="55563"/>
                  </a:cubicBezTo>
                  <a:moveTo>
                    <a:pt x="139018" y="55563"/>
                  </a:moveTo>
                  <a:lnTo>
                    <a:pt x="138907" y="55563"/>
                  </a:lnTo>
                  <a:cubicBezTo>
                    <a:pt x="132769" y="55563"/>
                    <a:pt x="127794" y="60538"/>
                    <a:pt x="127794" y="66675"/>
                  </a:cubicBezTo>
                  <a:cubicBezTo>
                    <a:pt x="127794" y="72812"/>
                    <a:pt x="132769" y="77788"/>
                    <a:pt x="138907" y="77788"/>
                  </a:cubicBezTo>
                  <a:lnTo>
                    <a:pt x="139018" y="77788"/>
                  </a:lnTo>
                  <a:cubicBezTo>
                    <a:pt x="145155" y="77788"/>
                    <a:pt x="150130" y="72812"/>
                    <a:pt x="150130" y="66675"/>
                  </a:cubicBezTo>
                  <a:cubicBezTo>
                    <a:pt x="150130" y="60538"/>
                    <a:pt x="145155" y="55563"/>
                    <a:pt x="139018" y="55563"/>
                  </a:cubicBezTo>
                </a:path>
              </a:pathLst>
            </a:custGeom>
            <a:solidFill>
              <a:schemeClr val="accent3"/>
            </a:solidFill>
            <a:ln>
              <a:noFill/>
            </a:ln>
          </p:spPr>
        </p:sp>
        <p:sp>
          <p:nvSpPr>
            <p:cNvPr id="24" name="TextBox 24"/>
            <p:cNvSpPr txBox="1"/>
            <p:nvPr/>
          </p:nvSpPr>
          <p:spPr>
            <a:xfrm>
              <a:off x="7706106" y="3606165"/>
              <a:ext cx="1846356" cy="352044"/>
            </a:xfrm>
            <a:prstGeom prst="rect">
              <a:avLst/>
            </a:prstGeom>
            <a:noFill/>
            <a:ln>
              <a:noFill/>
            </a:ln>
          </p:spPr>
          <p:txBody>
            <a:bodyPr wrap="none" lIns="0" tIns="0" rIns="0" bIns="0" anchor="t" anchorCtr="0">
              <a:spAutoFit/>
            </a:bodyPr>
            <a:lstStyle/>
            <a:p>
              <a:pPr algn="l"/>
              <a:r>
                <a:rPr lang="zh-CN" sz="1800" b="1" dirty="0">
                  <a:solidFill>
                    <a:schemeClr val="dk1"/>
                  </a:solidFill>
                  <a:latin typeface="+mn-lt"/>
                  <a:ea typeface="+mn-ea"/>
                  <a:cs typeface="+mn-cs"/>
                </a:rPr>
                <a:t>マクロについてAIに聞く</a:t>
              </a:r>
            </a:p>
          </p:txBody>
        </p:sp>
        <p:sp>
          <p:nvSpPr>
            <p:cNvPr id="25" name="TextBox 25"/>
            <p:cNvSpPr txBox="1"/>
            <p:nvPr/>
          </p:nvSpPr>
          <p:spPr>
            <a:xfrm>
              <a:off x="7306056" y="4053840"/>
              <a:ext cx="2544318" cy="675894"/>
            </a:xfrm>
            <a:prstGeom prst="rect">
              <a:avLst/>
            </a:prstGeom>
            <a:noFill/>
            <a:ln>
              <a:noFill/>
            </a:ln>
          </p:spPr>
          <p:txBody>
            <a:bodyPr wrap="square" lIns="0" tIns="0" rIns="0" bIns="0" anchor="t" anchorCtr="0"/>
            <a:lstStyle/>
            <a:p>
              <a:pPr algn="l">
                <a:lnSpc>
                  <a:spcPts val="2550"/>
                </a:lnSpc>
              </a:pPr>
              <a:r>
                <a:rPr lang="zh-CN" sz="1800" dirty="0">
                  <a:solidFill>
                    <a:srgbClr val="5B6B7C"/>
                  </a:solidFill>
                  <a:latin typeface="+mn-lt"/>
                  <a:ea typeface="+mn-ea"/>
                  <a:cs typeface="+mn-cs"/>
                </a:rPr>
                <a:t>AIチャットへ渡す依頼文とコードを作ります。ブックは変更しません。</a:t>
              </a:r>
            </a:p>
          </p:txBody>
        </p:sp>
        <p:sp>
          <p:nvSpPr>
            <p:cNvPr id="26" name="Freeform 26"/>
            <p:cNvSpPr/>
            <p:nvPr/>
          </p:nvSpPr>
          <p:spPr>
            <a:xfrm>
              <a:off x="7031657" y="5375275"/>
              <a:ext cx="224187" cy="222248"/>
            </a:xfrm>
            <a:custGeom>
              <a:avLst/>
              <a:gdLst/>
              <a:ahLst/>
              <a:cxnLst/>
              <a:rect l="l" t="t" r="r" b="b"/>
              <a:pathLst>
                <a:path w="224187" h="222248">
                  <a:moveTo>
                    <a:pt x="112094" y="0"/>
                  </a:moveTo>
                  <a:lnTo>
                    <a:pt x="115694" y="56"/>
                  </a:lnTo>
                  <a:cubicBezTo>
                    <a:pt x="176333" y="2021"/>
                    <a:pt x="224187" y="52260"/>
                    <a:pt x="223204" y="112923"/>
                  </a:cubicBezTo>
                  <a:cubicBezTo>
                    <a:pt x="222221" y="173586"/>
                    <a:pt x="172765" y="222248"/>
                    <a:pt x="112094" y="222248"/>
                  </a:cubicBezTo>
                  <a:cubicBezTo>
                    <a:pt x="51423" y="222248"/>
                    <a:pt x="1966" y="173586"/>
                    <a:pt x="983" y="112923"/>
                  </a:cubicBezTo>
                  <a:cubicBezTo>
                    <a:pt x="0" y="52260"/>
                    <a:pt x="47854" y="2021"/>
                    <a:pt x="108493" y="56"/>
                  </a:cubicBezTo>
                  <a:lnTo>
                    <a:pt x="112094" y="0"/>
                  </a:lnTo>
                  <a:close/>
                  <a:moveTo>
                    <a:pt x="118906" y="57896"/>
                  </a:moveTo>
                  <a:cubicBezTo>
                    <a:pt x="114270" y="54312"/>
                    <a:pt x="107648" y="54943"/>
                    <a:pt x="103773" y="59338"/>
                  </a:cubicBezTo>
                  <a:cubicBezTo>
                    <a:pt x="99898" y="63733"/>
                    <a:pt x="100101" y="70381"/>
                    <a:pt x="104237" y="74532"/>
                  </a:cubicBezTo>
                  <a:lnTo>
                    <a:pt x="129696" y="100013"/>
                  </a:lnTo>
                  <a:lnTo>
                    <a:pt x="67644" y="100013"/>
                  </a:lnTo>
                  <a:lnTo>
                    <a:pt x="66343" y="100091"/>
                  </a:lnTo>
                  <a:cubicBezTo>
                    <a:pt x="60505" y="100785"/>
                    <a:pt x="56218" y="105907"/>
                    <a:pt x="56562" y="111777"/>
                  </a:cubicBezTo>
                  <a:cubicBezTo>
                    <a:pt x="56907" y="117646"/>
                    <a:pt x="61764" y="122231"/>
                    <a:pt x="67644" y="122238"/>
                  </a:cubicBezTo>
                  <a:lnTo>
                    <a:pt x="129696" y="122238"/>
                  </a:lnTo>
                  <a:lnTo>
                    <a:pt x="104237" y="147719"/>
                  </a:lnTo>
                  <a:lnTo>
                    <a:pt x="103315" y="148763"/>
                  </a:lnTo>
                  <a:cubicBezTo>
                    <a:pt x="99731" y="153399"/>
                    <a:pt x="100361" y="160021"/>
                    <a:pt x="104756" y="163896"/>
                  </a:cubicBezTo>
                  <a:cubicBezTo>
                    <a:pt x="109151" y="167771"/>
                    <a:pt x="115800" y="167568"/>
                    <a:pt x="119950" y="163432"/>
                  </a:cubicBezTo>
                  <a:lnTo>
                    <a:pt x="164400" y="118982"/>
                  </a:lnTo>
                  <a:lnTo>
                    <a:pt x="165212" y="118071"/>
                  </a:lnTo>
                  <a:lnTo>
                    <a:pt x="165923" y="117082"/>
                  </a:lnTo>
                  <a:lnTo>
                    <a:pt x="166612" y="115826"/>
                  </a:lnTo>
                  <a:lnTo>
                    <a:pt x="167101" y="114604"/>
                  </a:lnTo>
                  <a:lnTo>
                    <a:pt x="167434" y="113359"/>
                  </a:lnTo>
                  <a:lnTo>
                    <a:pt x="167623" y="111959"/>
                  </a:lnTo>
                  <a:lnTo>
                    <a:pt x="167656" y="111125"/>
                  </a:lnTo>
                  <a:lnTo>
                    <a:pt x="167579" y="109814"/>
                  </a:lnTo>
                  <a:lnTo>
                    <a:pt x="167256" y="108169"/>
                  </a:lnTo>
                  <a:lnTo>
                    <a:pt x="166867" y="107003"/>
                  </a:lnTo>
                  <a:lnTo>
                    <a:pt x="166267" y="105747"/>
                  </a:lnTo>
                  <a:lnTo>
                    <a:pt x="165478" y="104513"/>
                  </a:lnTo>
                  <a:cubicBezTo>
                    <a:pt x="165150" y="104073"/>
                    <a:pt x="164790" y="103657"/>
                    <a:pt x="164400" y="103269"/>
                  </a:cubicBezTo>
                  <a:lnTo>
                    <a:pt x="119950" y="58819"/>
                  </a:lnTo>
                  <a:close/>
                </a:path>
              </a:pathLst>
            </a:custGeom>
            <a:solidFill>
              <a:schemeClr val="accent3"/>
            </a:solidFill>
            <a:ln>
              <a:noFill/>
            </a:ln>
          </p:spPr>
        </p:sp>
        <p:sp>
          <p:nvSpPr>
            <p:cNvPr id="27" name="TextBox 27"/>
            <p:cNvSpPr txBox="1"/>
            <p:nvPr/>
          </p:nvSpPr>
          <p:spPr>
            <a:xfrm>
              <a:off x="7401306" y="5368290"/>
              <a:ext cx="2350008" cy="675894"/>
            </a:xfrm>
            <a:prstGeom prst="rect">
              <a:avLst/>
            </a:prstGeom>
            <a:noFill/>
            <a:ln>
              <a:noFill/>
            </a:ln>
          </p:spPr>
          <p:txBody>
            <a:bodyPr wrap="square" lIns="0" tIns="0" rIns="0" bIns="0" anchor="t" anchorCtr="0"/>
            <a:lstStyle/>
            <a:p>
              <a:pPr algn="l">
                <a:lnSpc>
                  <a:spcPts val="2550"/>
                </a:lnSpc>
              </a:pPr>
              <a:r>
                <a:rPr lang="zh-CN" sz="1800" dirty="0">
                  <a:solidFill>
                    <a:schemeClr val="dk1"/>
                  </a:solidFill>
                  <a:latin typeface="+mn-lt"/>
                  <a:ea typeface="+mn-ea"/>
                  <a:cs typeface="+mn-cs"/>
                </a:rPr>
                <a:t>選ぶと、画面上部の進捗に</a:t>
              </a:r>
              <a:r>
                <a:rPr lang="en-US" sz="1800" dirty="0">
                  <a:solidFill>
                    <a:schemeClr val="dk1"/>
                  </a:solidFill>
                  <a:latin typeface="+mn-lt"/>
                  <a:ea typeface="+mn-ea"/>
                  <a:cs typeface="+mn-cs"/>
                </a:rPr>
                <a:t xml:space="preserve"> </a:t>
              </a:r>
              <a:r>
                <a:rPr lang="zh-CN" sz="1800" dirty="0">
                  <a:solidFill>
                    <a:schemeClr val="dk1"/>
                  </a:solidFill>
                  <a:latin typeface="+mn-lt"/>
                  <a:ea typeface="+mn-ea"/>
                  <a:cs typeface="+mn-cs"/>
                </a:rPr>
                <a:t>その先の手順が現れます。</a:t>
              </a:r>
            </a:p>
          </p:txBody>
        </p:sp>
      </p:grpSp>
      <p:grpSp>
        <p:nvGrpSpPr>
          <p:cNvPr id="31" name="Group 31"/>
          <p:cNvGrpSpPr/>
          <p:nvPr/>
        </p:nvGrpSpPr>
        <p:grpSpPr>
          <a:xfrm>
            <a:off x="374904" y="6461760"/>
            <a:ext cx="11442192" cy="234696"/>
            <a:chOff x="374904" y="6461760"/>
            <a:chExt cx="11442192" cy="234696"/>
          </a:xfrm>
        </p:grpSpPr>
        <p:sp>
          <p:nvSpPr>
            <p:cNvPr id="29" name="TextBox 29"/>
            <p:cNvSpPr txBox="1"/>
            <p:nvPr/>
          </p:nvSpPr>
          <p:spPr>
            <a:xfrm>
              <a:off x="374904" y="6461760"/>
              <a:ext cx="1312621" cy="234696"/>
            </a:xfrm>
            <a:prstGeom prst="rect">
              <a:avLst/>
            </a:prstGeom>
            <a:noFill/>
            <a:ln>
              <a:noFill/>
            </a:ln>
          </p:spPr>
          <p:txBody>
            <a:bodyPr wrap="none" lIns="0" tIns="0" rIns="0" bIns="0" anchor="t" anchorCtr="0">
              <a:spAutoFit/>
            </a:bodyPr>
            <a:lstStyle/>
            <a:p>
              <a:pPr algn="l"/>
              <a:r>
                <a:rPr lang="zh-CN" sz="1200" dirty="0">
                  <a:solidFill>
                    <a:srgbClr val="5B6B7C"/>
                  </a:solidFill>
                  <a:latin typeface="+mn-lt"/>
                  <a:ea typeface="+mn-ea"/>
                  <a:cs typeface="+mn-cs"/>
                </a:rPr>
                <a:t>第二部 操作マニュアル</a:t>
              </a:r>
            </a:p>
          </p:txBody>
        </p:sp>
        <p:sp>
          <p:nvSpPr>
            <p:cNvPr id="30" name="TextBox 30"/>
            <p:cNvSpPr txBox="1"/>
            <p:nvPr/>
          </p:nvSpPr>
          <p:spPr>
            <a:xfrm>
              <a:off x="11627206" y="6461760"/>
              <a:ext cx="189890" cy="234696"/>
            </a:xfrm>
            <a:prstGeom prst="rect">
              <a:avLst/>
            </a:prstGeom>
            <a:noFill/>
            <a:ln>
              <a:noFill/>
            </a:ln>
          </p:spPr>
          <p:txBody>
            <a:bodyPr wrap="none" lIns="0" tIns="0" rIns="0" bIns="0" anchor="t" anchorCtr="0">
              <a:spAutoFit/>
            </a:bodyPr>
            <a:lstStyle/>
            <a:p>
              <a:pPr algn="r"/>
              <a:r>
                <a:rPr lang="en-US" sz="1200" dirty="0">
                  <a:solidFill>
                    <a:srgbClr val="5B6B7C"/>
                  </a:solidFill>
                  <a:latin typeface="+mn-lt"/>
                  <a:ea typeface="+mn-ea"/>
                  <a:cs typeface="+mn-cs"/>
                </a:rPr>
                <a:t>13</a:t>
              </a:r>
            </a:p>
          </p:txBody>
        </p:sp>
      </p:grpSp>
    </p:spTree>
  </p:cSld>
  <p:clrMapOvr>
    <a:masterClrMapping/>
  </p:clrMapOvr>
  <p:transition xmlns:p14="http://schemas.microsoft.com/office/powerpoint/2010/main" p14:dur="400">
    <p:fade/>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Group 6"/>
          <p:cNvGrpSpPr/>
          <p:nvPr/>
        </p:nvGrpSpPr>
        <p:grpSpPr>
          <a:xfrm>
            <a:off x="381000" y="476250"/>
            <a:ext cx="11430000" cy="657225"/>
            <a:chOff x="381000" y="476250"/>
            <a:chExt cx="11430000" cy="657225"/>
          </a:xfrm>
        </p:grpSpPr>
        <p:sp>
          <p:nvSpPr>
            <p:cNvPr id="2" name="Rectangle 2"/>
            <p:cNvSpPr/>
            <p:nvPr/>
          </p:nvSpPr>
          <p:spPr>
            <a:xfrm>
              <a:off x="381000" y="476250"/>
              <a:ext cx="2171700" cy="342900"/>
            </a:xfrm>
            <a:prstGeom prst="roundRect">
              <a:avLst>
                <a:gd name="adj" fmla="val 50000"/>
              </a:avLst>
            </a:prstGeom>
            <a:solidFill>
              <a:schemeClr val="accent1"/>
            </a:solidFill>
            <a:ln>
              <a:noFill/>
            </a:ln>
          </p:spPr>
        </p:sp>
        <p:sp>
          <p:nvSpPr>
            <p:cNvPr id="3" name="TextBox 3"/>
            <p:cNvSpPr txBox="1"/>
            <p:nvPr/>
          </p:nvSpPr>
          <p:spPr>
            <a:xfrm>
              <a:off x="443855" y="568642"/>
              <a:ext cx="2045990"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mn-lt"/>
                  <a:ea typeface="+mn-ea"/>
                  <a:cs typeface="+mn-cs"/>
                </a:rPr>
                <a:t>手順 2 · 依頼の内容を選ぶ</a:t>
              </a:r>
            </a:p>
          </p:txBody>
        </p:sp>
        <p:sp>
          <p:nvSpPr>
            <p:cNvPr id="4" name="TextBox 4"/>
            <p:cNvSpPr txBox="1"/>
            <p:nvPr/>
          </p:nvSpPr>
          <p:spPr>
            <a:xfrm>
              <a:off x="2708148" y="479108"/>
              <a:ext cx="3816677" cy="616077"/>
            </a:xfrm>
            <a:prstGeom prst="rect">
              <a:avLst/>
            </a:prstGeom>
            <a:noFill/>
            <a:ln>
              <a:noFill/>
            </a:ln>
          </p:spPr>
          <p:txBody>
            <a:bodyPr wrap="none" lIns="0" tIns="0" rIns="0" bIns="0" anchor="t" anchorCtr="0">
              <a:spAutoFit/>
            </a:bodyPr>
            <a:lstStyle/>
            <a:p>
              <a:pPr algn="l"/>
              <a:r>
                <a:rPr lang="zh-CN" sz="3150" b="1" dirty="0">
                  <a:solidFill>
                    <a:schemeClr val="dk1"/>
                  </a:solidFill>
                  <a:latin typeface="+mn-lt"/>
                  <a:ea typeface="+mn-ea"/>
                  <a:cs typeface="+mn-cs"/>
                </a:rPr>
                <a:t>どんな改修をするか選びます</a:t>
              </a:r>
            </a:p>
          </p:txBody>
        </p:sp>
        <p:sp>
          <p:nvSpPr>
            <p:cNvPr id="5" name="Line 5"/>
            <p:cNvSpPr/>
            <p:nvPr/>
          </p:nvSpPr>
          <p:spPr>
            <a:xfrm>
              <a:off x="381000" y="1123950"/>
              <a:ext cx="11430000" cy="9525"/>
            </a:xfrm>
            <a:custGeom>
              <a:avLst/>
              <a:gdLst/>
              <a:ahLst/>
              <a:cxnLst/>
              <a:rect l="l" t="t" r="r" b="b"/>
              <a:pathLst>
                <a:path w="11430000" h="9525">
                  <a:moveTo>
                    <a:pt x="0" y="0"/>
                  </a:moveTo>
                  <a:lnTo>
                    <a:pt x="11430000" y="0"/>
                  </a:lnTo>
                </a:path>
              </a:pathLst>
            </a:custGeom>
            <a:noFill/>
            <a:ln w="9525">
              <a:solidFill>
                <a:srgbClr val="E2E8F0"/>
              </a:solidFill>
            </a:ln>
          </p:spPr>
        </p:sp>
      </p:grpSp>
      <p:grpSp>
        <p:nvGrpSpPr>
          <p:cNvPr id="11" name="Group 11"/>
          <p:cNvGrpSpPr/>
          <p:nvPr/>
        </p:nvGrpSpPr>
        <p:grpSpPr>
          <a:xfrm>
            <a:off x="342900" y="1371600"/>
            <a:ext cx="5410200" cy="3493770"/>
            <a:chOff x="342900" y="1371600"/>
            <a:chExt cx="5410200" cy="3493770"/>
          </a:xfrm>
        </p:grpSpPr>
        <p:sp>
          <p:nvSpPr>
            <p:cNvPr id="7" name="Rectangle 7"/>
            <p:cNvSpPr/>
            <p:nvPr/>
          </p:nvSpPr>
          <p:spPr>
            <a:xfrm>
              <a:off x="342900" y="1371600"/>
              <a:ext cx="5410200" cy="3076575"/>
            </a:xfrm>
            <a:prstGeom prst="roundRect">
              <a:avLst>
                <a:gd name="adj" fmla="val 4334"/>
              </a:avLst>
            </a:prstGeom>
            <a:solidFill>
              <a:schemeClr val="accent6"/>
            </a:solidFill>
            <a:ln>
              <a:noFill/>
            </a:ln>
          </p:spPr>
        </p:sp>
        <p:pic>
          <p:nvPicPr>
            <p:cNvPr id="8" name="Image 8"/>
            <p:cNvPicPr>
              <a:picLocks noChangeAspect="1"/>
            </p:cNvPicPr>
            <p:nvPr/>
          </p:nvPicPr>
          <p:blipFill>
            <a:blip r:embed="rId2"/>
            <a:stretch>
              <a:fillRect/>
            </a:stretch>
          </p:blipFill>
          <p:spPr>
            <a:xfrm>
              <a:off x="381000" y="1409700"/>
              <a:ext cx="5334000" cy="3000375"/>
            </a:xfrm>
            <a:prstGeom prst="roundRect">
              <a:avLst>
                <a:gd name="adj" fmla="val 3174"/>
              </a:avLst>
            </a:prstGeom>
          </p:spPr>
        </p:pic>
        <p:sp>
          <p:nvSpPr>
            <p:cNvPr id="9" name="Rectangle 9"/>
            <p:cNvSpPr/>
            <p:nvPr/>
          </p:nvSpPr>
          <p:spPr>
            <a:xfrm>
              <a:off x="381000" y="1409700"/>
              <a:ext cx="5334000" cy="3000375"/>
            </a:xfrm>
            <a:prstGeom prst="roundRect">
              <a:avLst>
                <a:gd name="adj" fmla="val 3175"/>
              </a:avLst>
            </a:prstGeom>
            <a:noFill/>
            <a:ln w="9525">
              <a:solidFill>
                <a:srgbClr val="E2E8F0"/>
              </a:solidFill>
            </a:ln>
          </p:spPr>
        </p:sp>
        <p:sp>
          <p:nvSpPr>
            <p:cNvPr id="10" name="TextBox 10"/>
            <p:cNvSpPr txBox="1"/>
            <p:nvPr/>
          </p:nvSpPr>
          <p:spPr>
            <a:xfrm>
              <a:off x="373380" y="4572000"/>
              <a:ext cx="3922586" cy="293370"/>
            </a:xfrm>
            <a:prstGeom prst="rect">
              <a:avLst/>
            </a:prstGeom>
            <a:noFill/>
            <a:ln>
              <a:noFill/>
            </a:ln>
          </p:spPr>
          <p:txBody>
            <a:bodyPr wrap="none" lIns="0" tIns="0" rIns="0" bIns="0" anchor="t" anchorCtr="0">
              <a:spAutoFit/>
            </a:bodyPr>
            <a:lstStyle/>
            <a:p>
              <a:pPr algn="l"/>
              <a:r>
                <a:rPr lang="zh-CN" sz="1500" dirty="0">
                  <a:solidFill>
                    <a:srgbClr val="5B6B7C"/>
                  </a:solidFill>
                  <a:latin typeface="+mn-lt"/>
                  <a:ea typeface="+mn-ea"/>
                  <a:cs typeface="+mn-cs"/>
                </a:rPr>
                <a:t>一覧に出る名前は、ファイル名ではなくひな形の見出しです</a:t>
              </a:r>
            </a:p>
          </p:txBody>
        </p:sp>
      </p:grpSp>
      <p:grpSp>
        <p:nvGrpSpPr>
          <p:cNvPr id="21" name="Group 21"/>
          <p:cNvGrpSpPr/>
          <p:nvPr/>
        </p:nvGrpSpPr>
        <p:grpSpPr>
          <a:xfrm>
            <a:off x="342900" y="5010150"/>
            <a:ext cx="5410200" cy="1200150"/>
            <a:chOff x="342900" y="5010150"/>
            <a:chExt cx="5410200" cy="1200150"/>
          </a:xfrm>
        </p:grpSpPr>
        <p:sp>
          <p:nvSpPr>
            <p:cNvPr id="12" name="Rectangle 12"/>
            <p:cNvSpPr/>
            <p:nvPr/>
          </p:nvSpPr>
          <p:spPr>
            <a:xfrm>
              <a:off x="342900" y="5010150"/>
              <a:ext cx="5410200" cy="1200150"/>
            </a:xfrm>
            <a:prstGeom prst="roundRect">
              <a:avLst>
                <a:gd name="adj" fmla="val 11111"/>
              </a:avLst>
            </a:prstGeom>
            <a:solidFill>
              <a:schemeClr val="lt1"/>
            </a:solidFill>
            <a:ln w="19050">
              <a:solidFill>
                <a:srgbClr val="E2E8F0"/>
              </a:solidFill>
            </a:ln>
          </p:spPr>
        </p:sp>
        <p:grpSp>
          <p:nvGrpSpPr>
            <p:cNvPr id="19" name="Group 19"/>
            <p:cNvGrpSpPr/>
            <p:nvPr/>
          </p:nvGrpSpPr>
          <p:grpSpPr>
            <a:xfrm>
              <a:off x="617376" y="5276562"/>
              <a:ext cx="206537" cy="185521"/>
              <a:chOff x="617376" y="5276562"/>
              <a:chExt cx="206537" cy="185521"/>
            </a:xfrm>
          </p:grpSpPr>
          <p:sp>
            <p:nvSpPr>
              <p:cNvPr id="13" name="Freeform 13"/>
              <p:cNvSpPr/>
              <p:nvPr/>
            </p:nvSpPr>
            <p:spPr>
              <a:xfrm>
                <a:off x="617376" y="5276562"/>
                <a:ext cx="68713" cy="52171"/>
              </a:xfrm>
              <a:custGeom>
                <a:avLst/>
                <a:gdLst/>
                <a:ahLst/>
                <a:cxnLst/>
                <a:rect l="l" t="t" r="r" b="b"/>
                <a:pathLst>
                  <a:path w="68713" h="52171">
                    <a:moveTo>
                      <a:pt x="64375" y="4338"/>
                    </a:moveTo>
                    <a:cubicBezTo>
                      <a:pt x="68713" y="8678"/>
                      <a:pt x="68713" y="15712"/>
                      <a:pt x="64375" y="20051"/>
                    </a:cubicBezTo>
                    <a:lnTo>
                      <a:pt x="36593" y="47833"/>
                    </a:lnTo>
                    <a:cubicBezTo>
                      <a:pt x="32254" y="52171"/>
                      <a:pt x="25220" y="52171"/>
                      <a:pt x="20880" y="47833"/>
                    </a:cubicBezTo>
                    <a:lnTo>
                      <a:pt x="4211" y="31164"/>
                    </a:lnTo>
                    <a:cubicBezTo>
                      <a:pt x="0" y="26803"/>
                      <a:pt x="60" y="19873"/>
                      <a:pt x="4347" y="15586"/>
                    </a:cubicBezTo>
                    <a:cubicBezTo>
                      <a:pt x="8633" y="11300"/>
                      <a:pt x="15564" y="11239"/>
                      <a:pt x="19924" y="15451"/>
                    </a:cubicBezTo>
                    <a:lnTo>
                      <a:pt x="28737" y="24263"/>
                    </a:lnTo>
                    <a:lnTo>
                      <a:pt x="48661" y="4338"/>
                    </a:lnTo>
                    <a:cubicBezTo>
                      <a:pt x="53001" y="0"/>
                      <a:pt x="60035" y="0"/>
                      <a:pt x="64375" y="4338"/>
                    </a:cubicBezTo>
                  </a:path>
                </a:pathLst>
              </a:custGeom>
              <a:solidFill>
                <a:schemeClr val="accent1"/>
              </a:solidFill>
              <a:ln>
                <a:noFill/>
              </a:ln>
            </p:spPr>
          </p:sp>
          <p:sp>
            <p:nvSpPr>
              <p:cNvPr id="14" name="Freeform 14"/>
              <p:cNvSpPr/>
              <p:nvPr/>
            </p:nvSpPr>
            <p:spPr>
              <a:xfrm>
                <a:off x="617376" y="5343237"/>
                <a:ext cx="68713" cy="52171"/>
              </a:xfrm>
              <a:custGeom>
                <a:avLst/>
                <a:gdLst/>
                <a:ahLst/>
                <a:cxnLst/>
                <a:rect l="l" t="t" r="r" b="b"/>
                <a:pathLst>
                  <a:path w="68713" h="52171">
                    <a:moveTo>
                      <a:pt x="64375" y="4338"/>
                    </a:moveTo>
                    <a:cubicBezTo>
                      <a:pt x="68713" y="8678"/>
                      <a:pt x="68713" y="15712"/>
                      <a:pt x="64375" y="20051"/>
                    </a:cubicBezTo>
                    <a:lnTo>
                      <a:pt x="36593" y="47833"/>
                    </a:lnTo>
                    <a:cubicBezTo>
                      <a:pt x="32254" y="52171"/>
                      <a:pt x="25220" y="52171"/>
                      <a:pt x="20880" y="47833"/>
                    </a:cubicBezTo>
                    <a:lnTo>
                      <a:pt x="4211" y="31164"/>
                    </a:lnTo>
                    <a:cubicBezTo>
                      <a:pt x="0" y="26803"/>
                      <a:pt x="60" y="19873"/>
                      <a:pt x="4347" y="15586"/>
                    </a:cubicBezTo>
                    <a:cubicBezTo>
                      <a:pt x="8633" y="11300"/>
                      <a:pt x="15564" y="11239"/>
                      <a:pt x="19924" y="15451"/>
                    </a:cubicBezTo>
                    <a:lnTo>
                      <a:pt x="28737" y="24263"/>
                    </a:lnTo>
                    <a:lnTo>
                      <a:pt x="48661" y="4338"/>
                    </a:lnTo>
                    <a:cubicBezTo>
                      <a:pt x="53001" y="0"/>
                      <a:pt x="60035" y="0"/>
                      <a:pt x="64375" y="4338"/>
                    </a:cubicBezTo>
                  </a:path>
                </a:pathLst>
              </a:custGeom>
              <a:solidFill>
                <a:schemeClr val="accent1"/>
              </a:solidFill>
              <a:ln>
                <a:noFill/>
              </a:ln>
            </p:spPr>
          </p:sp>
          <p:sp>
            <p:nvSpPr>
              <p:cNvPr id="15" name="Freeform 15"/>
              <p:cNvSpPr/>
              <p:nvPr/>
            </p:nvSpPr>
            <p:spPr>
              <a:xfrm>
                <a:off x="617376" y="5409912"/>
                <a:ext cx="68713" cy="52171"/>
              </a:xfrm>
              <a:custGeom>
                <a:avLst/>
                <a:gdLst/>
                <a:ahLst/>
                <a:cxnLst/>
                <a:rect l="l" t="t" r="r" b="b"/>
                <a:pathLst>
                  <a:path w="68713" h="52171">
                    <a:moveTo>
                      <a:pt x="64375" y="4338"/>
                    </a:moveTo>
                    <a:cubicBezTo>
                      <a:pt x="68713" y="8678"/>
                      <a:pt x="68713" y="15712"/>
                      <a:pt x="64375" y="20051"/>
                    </a:cubicBezTo>
                    <a:lnTo>
                      <a:pt x="36593" y="47833"/>
                    </a:lnTo>
                    <a:cubicBezTo>
                      <a:pt x="32254" y="52171"/>
                      <a:pt x="25220" y="52171"/>
                      <a:pt x="20880" y="47833"/>
                    </a:cubicBezTo>
                    <a:lnTo>
                      <a:pt x="4211" y="31164"/>
                    </a:lnTo>
                    <a:cubicBezTo>
                      <a:pt x="0" y="26803"/>
                      <a:pt x="60" y="19873"/>
                      <a:pt x="4347" y="15586"/>
                    </a:cubicBezTo>
                    <a:cubicBezTo>
                      <a:pt x="8633" y="11300"/>
                      <a:pt x="15564" y="11239"/>
                      <a:pt x="19924" y="15451"/>
                    </a:cubicBezTo>
                    <a:lnTo>
                      <a:pt x="28737" y="24263"/>
                    </a:lnTo>
                    <a:lnTo>
                      <a:pt x="48661" y="4338"/>
                    </a:lnTo>
                    <a:cubicBezTo>
                      <a:pt x="53001" y="0"/>
                      <a:pt x="60035" y="0"/>
                      <a:pt x="64375" y="4338"/>
                    </a:cubicBezTo>
                  </a:path>
                </a:pathLst>
              </a:custGeom>
              <a:solidFill>
                <a:schemeClr val="accent1"/>
              </a:solidFill>
              <a:ln>
                <a:noFill/>
              </a:ln>
            </p:spPr>
          </p:sp>
          <p:sp>
            <p:nvSpPr>
              <p:cNvPr id="16" name="Freeform 16"/>
              <p:cNvSpPr/>
              <p:nvPr/>
            </p:nvSpPr>
            <p:spPr>
              <a:xfrm>
                <a:off x="701675" y="5294313"/>
                <a:ext cx="122238" cy="22225"/>
              </a:xfrm>
              <a:custGeom>
                <a:avLst/>
                <a:gdLst/>
                <a:ahLst/>
                <a:cxnLst/>
                <a:rect l="l" t="t" r="r" b="b"/>
                <a:pathLst>
                  <a:path w="122238" h="22225">
                    <a:moveTo>
                      <a:pt x="122238" y="11113"/>
                    </a:moveTo>
                    <a:cubicBezTo>
                      <a:pt x="122238" y="17250"/>
                      <a:pt x="117263" y="22225"/>
                      <a:pt x="111125" y="22225"/>
                    </a:cubicBezTo>
                    <a:lnTo>
                      <a:pt x="11113" y="22225"/>
                    </a:lnTo>
                    <a:cubicBezTo>
                      <a:pt x="4975" y="22225"/>
                      <a:pt x="0" y="17250"/>
                      <a:pt x="0" y="11113"/>
                    </a:cubicBezTo>
                    <a:cubicBezTo>
                      <a:pt x="0" y="4975"/>
                      <a:pt x="4975" y="0"/>
                      <a:pt x="11113" y="0"/>
                    </a:cubicBezTo>
                    <a:lnTo>
                      <a:pt x="111125" y="0"/>
                    </a:lnTo>
                    <a:cubicBezTo>
                      <a:pt x="117263" y="0"/>
                      <a:pt x="122238" y="4975"/>
                      <a:pt x="122238" y="11113"/>
                    </a:cubicBezTo>
                  </a:path>
                </a:pathLst>
              </a:custGeom>
              <a:solidFill>
                <a:schemeClr val="accent1"/>
              </a:solidFill>
              <a:ln>
                <a:noFill/>
              </a:ln>
            </p:spPr>
          </p:sp>
          <p:sp>
            <p:nvSpPr>
              <p:cNvPr id="17" name="Freeform 17"/>
              <p:cNvSpPr/>
              <p:nvPr/>
            </p:nvSpPr>
            <p:spPr>
              <a:xfrm>
                <a:off x="701675" y="5360988"/>
                <a:ext cx="122238" cy="22225"/>
              </a:xfrm>
              <a:custGeom>
                <a:avLst/>
                <a:gdLst/>
                <a:ahLst/>
                <a:cxnLst/>
                <a:rect l="l" t="t" r="r" b="b"/>
                <a:pathLst>
                  <a:path w="122238" h="22225">
                    <a:moveTo>
                      <a:pt x="122238" y="11113"/>
                    </a:moveTo>
                    <a:cubicBezTo>
                      <a:pt x="122238" y="17250"/>
                      <a:pt x="117263" y="22225"/>
                      <a:pt x="111125" y="22225"/>
                    </a:cubicBezTo>
                    <a:lnTo>
                      <a:pt x="11113" y="22225"/>
                    </a:lnTo>
                    <a:cubicBezTo>
                      <a:pt x="4975" y="22225"/>
                      <a:pt x="0" y="17250"/>
                      <a:pt x="0" y="11113"/>
                    </a:cubicBezTo>
                    <a:cubicBezTo>
                      <a:pt x="0" y="4975"/>
                      <a:pt x="4975" y="0"/>
                      <a:pt x="11113" y="0"/>
                    </a:cubicBezTo>
                    <a:lnTo>
                      <a:pt x="111125" y="0"/>
                    </a:lnTo>
                    <a:cubicBezTo>
                      <a:pt x="117263" y="0"/>
                      <a:pt x="122238" y="4975"/>
                      <a:pt x="122238" y="11113"/>
                    </a:cubicBezTo>
                  </a:path>
                </a:pathLst>
              </a:custGeom>
              <a:solidFill>
                <a:schemeClr val="accent1"/>
              </a:solidFill>
              <a:ln>
                <a:noFill/>
              </a:ln>
            </p:spPr>
          </p:sp>
          <p:sp>
            <p:nvSpPr>
              <p:cNvPr id="18" name="Freeform 18"/>
              <p:cNvSpPr/>
              <p:nvPr/>
            </p:nvSpPr>
            <p:spPr>
              <a:xfrm>
                <a:off x="701675" y="5427663"/>
                <a:ext cx="122238" cy="22225"/>
              </a:xfrm>
              <a:custGeom>
                <a:avLst/>
                <a:gdLst/>
                <a:ahLst/>
                <a:cxnLst/>
                <a:rect l="l" t="t" r="r" b="b"/>
                <a:pathLst>
                  <a:path w="122238" h="22225">
                    <a:moveTo>
                      <a:pt x="122238" y="11113"/>
                    </a:moveTo>
                    <a:cubicBezTo>
                      <a:pt x="122238" y="17250"/>
                      <a:pt x="117263" y="22225"/>
                      <a:pt x="111125" y="22225"/>
                    </a:cubicBezTo>
                    <a:lnTo>
                      <a:pt x="11113" y="22225"/>
                    </a:lnTo>
                    <a:cubicBezTo>
                      <a:pt x="4975" y="22225"/>
                      <a:pt x="0" y="17250"/>
                      <a:pt x="0" y="11113"/>
                    </a:cubicBezTo>
                    <a:cubicBezTo>
                      <a:pt x="0" y="4975"/>
                      <a:pt x="4975" y="0"/>
                      <a:pt x="11113" y="0"/>
                    </a:cubicBezTo>
                    <a:lnTo>
                      <a:pt x="111125" y="0"/>
                    </a:lnTo>
                    <a:cubicBezTo>
                      <a:pt x="117263" y="0"/>
                      <a:pt x="122238" y="4975"/>
                      <a:pt x="122238" y="11113"/>
                    </a:cubicBezTo>
                  </a:path>
                </a:pathLst>
              </a:custGeom>
              <a:solidFill>
                <a:schemeClr val="accent1"/>
              </a:solidFill>
              <a:ln>
                <a:noFill/>
              </a:ln>
            </p:spPr>
          </p:sp>
        </p:grpSp>
        <p:sp>
          <p:nvSpPr>
            <p:cNvPr id="20" name="TextBox 20"/>
            <p:cNvSpPr txBox="1"/>
            <p:nvPr/>
          </p:nvSpPr>
          <p:spPr>
            <a:xfrm>
              <a:off x="944880" y="5286375"/>
              <a:ext cx="3320415" cy="826770"/>
            </a:xfrm>
            <a:prstGeom prst="rect">
              <a:avLst/>
            </a:prstGeom>
            <a:noFill/>
            <a:ln>
              <a:noFill/>
            </a:ln>
          </p:spPr>
          <p:txBody>
            <a:bodyPr wrap="square" lIns="0" tIns="0" rIns="0" bIns="0" anchor="t" anchorCtr="0"/>
            <a:lstStyle/>
            <a:p>
              <a:pPr algn="l">
                <a:lnSpc>
                  <a:spcPts val="2100"/>
                </a:lnSpc>
              </a:pPr>
              <a:r>
                <a:rPr lang="zh-CN" sz="1500" dirty="0">
                  <a:solidFill>
                    <a:schemeClr val="dk1"/>
                  </a:solidFill>
                  <a:latin typeface="+mn-lt"/>
                  <a:ea typeface="+mn-ea"/>
                  <a:cs typeface="+mn-cs"/>
                </a:rPr>
                <a:t>「AIに聞く」を選んだ場合、この画面の見出しは「AIに何を聞くか選びます」になります。ひな形は自分たちで増やせます。</a:t>
              </a:r>
            </a:p>
          </p:txBody>
        </p:sp>
      </p:grpSp>
      <p:grpSp>
        <p:nvGrpSpPr>
          <p:cNvPr id="48" name="Group 48"/>
          <p:cNvGrpSpPr/>
          <p:nvPr/>
        </p:nvGrpSpPr>
        <p:grpSpPr>
          <a:xfrm>
            <a:off x="5981700" y="1371600"/>
            <a:ext cx="5829300" cy="4576001"/>
            <a:chOff x="5981700" y="1371600"/>
            <a:chExt cx="5829300" cy="4576001"/>
          </a:xfrm>
        </p:grpSpPr>
        <p:sp>
          <p:nvSpPr>
            <p:cNvPr id="22" name="Rectangle 22"/>
            <p:cNvSpPr/>
            <p:nvPr/>
          </p:nvSpPr>
          <p:spPr>
            <a:xfrm>
              <a:off x="5981700" y="1371600"/>
              <a:ext cx="5829300" cy="495300"/>
            </a:xfrm>
            <a:prstGeom prst="roundRect">
              <a:avLst>
                <a:gd name="adj" fmla="val 23077"/>
              </a:avLst>
            </a:prstGeom>
            <a:solidFill>
              <a:schemeClr val="lt2"/>
            </a:solidFill>
            <a:ln>
              <a:noFill/>
            </a:ln>
          </p:spPr>
        </p:sp>
        <p:sp>
          <p:nvSpPr>
            <p:cNvPr id="23" name="TextBox 23"/>
            <p:cNvSpPr txBox="1"/>
            <p:nvPr/>
          </p:nvSpPr>
          <p:spPr>
            <a:xfrm>
              <a:off x="6239256" y="1482090"/>
              <a:ext cx="2193680" cy="352044"/>
            </a:xfrm>
            <a:prstGeom prst="rect">
              <a:avLst/>
            </a:prstGeom>
            <a:noFill/>
            <a:ln>
              <a:noFill/>
            </a:ln>
          </p:spPr>
          <p:txBody>
            <a:bodyPr wrap="none" lIns="0" tIns="0" rIns="0" bIns="0" anchor="t" anchorCtr="0">
              <a:spAutoFit/>
            </a:bodyPr>
            <a:lstStyle/>
            <a:p>
              <a:pPr algn="l"/>
              <a:r>
                <a:rPr lang="zh-CN" sz="1800" b="1" dirty="0">
                  <a:solidFill>
                    <a:srgbClr val="5B6B7C"/>
                  </a:solidFill>
                  <a:latin typeface="+mn-lt"/>
                  <a:ea typeface="+mn-ea"/>
                  <a:cs typeface="+mn-cs"/>
                </a:rPr>
                <a:t>同梱している 6 つのひな形</a:t>
              </a:r>
            </a:p>
          </p:txBody>
        </p:sp>
        <p:sp>
          <p:nvSpPr>
            <p:cNvPr id="24" name="Rectangle 24"/>
            <p:cNvSpPr/>
            <p:nvPr/>
          </p:nvSpPr>
          <p:spPr>
            <a:xfrm>
              <a:off x="5981700" y="1962150"/>
              <a:ext cx="723900" cy="266700"/>
            </a:xfrm>
            <a:prstGeom prst="roundRect">
              <a:avLst>
                <a:gd name="adj" fmla="val 50000"/>
              </a:avLst>
            </a:prstGeom>
            <a:solidFill>
              <a:schemeClr val="accent1"/>
            </a:solidFill>
            <a:ln>
              <a:noFill/>
            </a:ln>
          </p:spPr>
        </p:sp>
        <p:sp>
          <p:nvSpPr>
            <p:cNvPr id="25" name="TextBox 25"/>
            <p:cNvSpPr txBox="1"/>
            <p:nvPr/>
          </p:nvSpPr>
          <p:spPr>
            <a:xfrm>
              <a:off x="6145968" y="2006918"/>
              <a:ext cx="395364"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mn-lt"/>
                  <a:ea typeface="+mn-ea"/>
                  <a:cs typeface="+mn-cs"/>
                </a:rPr>
                <a:t>改修</a:t>
              </a:r>
            </a:p>
          </p:txBody>
        </p:sp>
        <p:sp>
          <p:nvSpPr>
            <p:cNvPr id="26" name="TextBox 26"/>
            <p:cNvSpPr txBox="1"/>
            <p:nvPr/>
          </p:nvSpPr>
          <p:spPr>
            <a:xfrm>
              <a:off x="6850380" y="1990725"/>
              <a:ext cx="1124179" cy="293370"/>
            </a:xfrm>
            <a:prstGeom prst="rect">
              <a:avLst/>
            </a:prstGeom>
            <a:noFill/>
            <a:ln>
              <a:noFill/>
            </a:ln>
          </p:spPr>
          <p:txBody>
            <a:bodyPr wrap="none" lIns="0" tIns="0" rIns="0" bIns="0" anchor="t" anchorCtr="0">
              <a:spAutoFit/>
            </a:bodyPr>
            <a:lstStyle/>
            <a:p>
              <a:pPr algn="l"/>
              <a:r>
                <a:rPr lang="en-US" sz="1500" b="1" dirty="0">
                  <a:solidFill>
                    <a:schemeClr val="dk1"/>
                  </a:solidFill>
                  <a:latin typeface="+mn-lt"/>
                  <a:ea typeface="+mn-ea"/>
                  <a:cs typeface="+mn-cs"/>
                </a:rPr>
                <a:t>VBAリファクター</a:t>
              </a:r>
            </a:p>
          </p:txBody>
        </p:sp>
        <p:sp>
          <p:nvSpPr>
            <p:cNvPr id="27" name="TextBox 27"/>
            <p:cNvSpPr txBox="1"/>
            <p:nvPr/>
          </p:nvSpPr>
          <p:spPr>
            <a:xfrm>
              <a:off x="6851142" y="2254568"/>
              <a:ext cx="3166853" cy="264033"/>
            </a:xfrm>
            <a:prstGeom prst="rect">
              <a:avLst/>
            </a:prstGeom>
            <a:noFill/>
            <a:ln>
              <a:noFill/>
            </a:ln>
          </p:spPr>
          <p:txBody>
            <a:bodyPr wrap="none" lIns="0" tIns="0" rIns="0" bIns="0" anchor="t" anchorCtr="0">
              <a:spAutoFit/>
            </a:bodyPr>
            <a:lstStyle/>
            <a:p>
              <a:pPr algn="l"/>
              <a:r>
                <a:rPr lang="zh-CN" sz="1350" dirty="0">
                  <a:solidFill>
                    <a:srgbClr val="5B6B7C"/>
                  </a:solidFill>
                  <a:latin typeface="+mn-lt"/>
                  <a:ea typeface="+mn-ea"/>
                  <a:cs typeface="+mn-cs"/>
                </a:rPr>
                <a:t>動作を変えずに、読みやすさ・速さ・壊れにくさを直す</a:t>
              </a:r>
            </a:p>
          </p:txBody>
        </p:sp>
        <p:sp>
          <p:nvSpPr>
            <p:cNvPr id="28" name="Rectangle 28"/>
            <p:cNvSpPr/>
            <p:nvPr/>
          </p:nvSpPr>
          <p:spPr>
            <a:xfrm>
              <a:off x="5981700" y="2647950"/>
              <a:ext cx="723900" cy="266700"/>
            </a:xfrm>
            <a:prstGeom prst="roundRect">
              <a:avLst>
                <a:gd name="adj" fmla="val 50000"/>
              </a:avLst>
            </a:prstGeom>
            <a:solidFill>
              <a:schemeClr val="accent1"/>
            </a:solidFill>
            <a:ln>
              <a:noFill/>
            </a:ln>
          </p:spPr>
        </p:sp>
        <p:sp>
          <p:nvSpPr>
            <p:cNvPr id="29" name="TextBox 29"/>
            <p:cNvSpPr txBox="1"/>
            <p:nvPr/>
          </p:nvSpPr>
          <p:spPr>
            <a:xfrm>
              <a:off x="6145968" y="2692718"/>
              <a:ext cx="395364"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mn-lt"/>
                  <a:ea typeface="+mn-ea"/>
                  <a:cs typeface="+mn-cs"/>
                </a:rPr>
                <a:t>改修</a:t>
              </a:r>
            </a:p>
          </p:txBody>
        </p:sp>
        <p:sp>
          <p:nvSpPr>
            <p:cNvPr id="30" name="TextBox 30"/>
            <p:cNvSpPr txBox="1"/>
            <p:nvPr/>
          </p:nvSpPr>
          <p:spPr>
            <a:xfrm>
              <a:off x="6850380" y="2676525"/>
              <a:ext cx="2435542" cy="293370"/>
            </a:xfrm>
            <a:prstGeom prst="rect">
              <a:avLst/>
            </a:prstGeom>
            <a:noFill/>
            <a:ln>
              <a:noFill/>
            </a:ln>
          </p:spPr>
          <p:txBody>
            <a:bodyPr wrap="none" lIns="0" tIns="0" rIns="0" bIns="0" anchor="t" anchorCtr="0">
              <a:spAutoFit/>
            </a:bodyPr>
            <a:lstStyle/>
            <a:p>
              <a:pPr algn="l"/>
              <a:r>
                <a:rPr lang="zh-CN" sz="1500" b="1" dirty="0">
                  <a:solidFill>
                    <a:schemeClr val="dk1"/>
                  </a:solidFill>
                  <a:latin typeface="+mn-lt"/>
                  <a:ea typeface="+mn-ea"/>
                  <a:cs typeface="+mn-cs"/>
                </a:rPr>
                <a:t>Win32 API を使わない形へ直す</a:t>
              </a:r>
            </a:p>
          </p:txBody>
        </p:sp>
        <p:sp>
          <p:nvSpPr>
            <p:cNvPr id="31" name="TextBox 31"/>
            <p:cNvSpPr txBox="1"/>
            <p:nvPr/>
          </p:nvSpPr>
          <p:spPr>
            <a:xfrm>
              <a:off x="6851142" y="2940368"/>
              <a:ext cx="3748583" cy="264033"/>
            </a:xfrm>
            <a:prstGeom prst="rect">
              <a:avLst/>
            </a:prstGeom>
            <a:noFill/>
            <a:ln>
              <a:noFill/>
            </a:ln>
          </p:spPr>
          <p:txBody>
            <a:bodyPr wrap="none" lIns="0" tIns="0" rIns="0" bIns="0" anchor="t" anchorCtr="0">
              <a:spAutoFit/>
            </a:bodyPr>
            <a:lstStyle/>
            <a:p>
              <a:pPr algn="l"/>
              <a:r>
                <a:rPr lang="zh-CN" sz="1350" dirty="0">
                  <a:solidFill>
                    <a:srgbClr val="5B6B7C"/>
                  </a:solidFill>
                  <a:latin typeface="+mn-lt"/>
                  <a:ea typeface="+mn-ea"/>
                  <a:cs typeface="+mn-cs"/>
                </a:rPr>
                <a:t>依存した箇所を、VBA 標準機能だけの形へ置き換える</a:t>
              </a:r>
            </a:p>
          </p:txBody>
        </p:sp>
        <p:sp>
          <p:nvSpPr>
            <p:cNvPr id="32" name="Rectangle 32"/>
            <p:cNvSpPr/>
            <p:nvPr/>
          </p:nvSpPr>
          <p:spPr>
            <a:xfrm>
              <a:off x="5981700" y="3333750"/>
              <a:ext cx="723900" cy="266700"/>
            </a:xfrm>
            <a:prstGeom prst="roundRect">
              <a:avLst>
                <a:gd name="adj" fmla="val 50000"/>
              </a:avLst>
            </a:prstGeom>
            <a:solidFill>
              <a:schemeClr val="accent1"/>
            </a:solidFill>
            <a:ln>
              <a:noFill/>
            </a:ln>
          </p:spPr>
        </p:sp>
        <p:sp>
          <p:nvSpPr>
            <p:cNvPr id="33" name="TextBox 33"/>
            <p:cNvSpPr txBox="1"/>
            <p:nvPr/>
          </p:nvSpPr>
          <p:spPr>
            <a:xfrm>
              <a:off x="6145968" y="3378518"/>
              <a:ext cx="395364"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mn-lt"/>
                  <a:ea typeface="+mn-ea"/>
                  <a:cs typeface="+mn-cs"/>
                </a:rPr>
                <a:t>改修</a:t>
              </a:r>
            </a:p>
          </p:txBody>
        </p:sp>
        <p:sp>
          <p:nvSpPr>
            <p:cNvPr id="34" name="TextBox 34"/>
            <p:cNvSpPr txBox="1"/>
            <p:nvPr/>
          </p:nvSpPr>
          <p:spPr>
            <a:xfrm>
              <a:off x="6850380" y="3362325"/>
              <a:ext cx="1849269" cy="293370"/>
            </a:xfrm>
            <a:prstGeom prst="rect">
              <a:avLst/>
            </a:prstGeom>
            <a:noFill/>
            <a:ln>
              <a:noFill/>
            </a:ln>
          </p:spPr>
          <p:txBody>
            <a:bodyPr wrap="none" lIns="0" tIns="0" rIns="0" bIns="0" anchor="t" anchorCtr="0">
              <a:spAutoFit/>
            </a:bodyPr>
            <a:lstStyle/>
            <a:p>
              <a:pPr algn="l"/>
              <a:r>
                <a:rPr lang="zh-CN" sz="1500" b="1" dirty="0">
                  <a:solidFill>
                    <a:schemeClr val="dk1"/>
                  </a:solidFill>
                  <a:latin typeface="+mn-lt"/>
                  <a:ea typeface="+mn-ea"/>
                  <a:cs typeface="+mn-cs"/>
                </a:rPr>
                <a:t>自分で改修内容を書く</a:t>
              </a:r>
            </a:p>
          </p:txBody>
        </p:sp>
        <p:sp>
          <p:nvSpPr>
            <p:cNvPr id="35" name="TextBox 35"/>
            <p:cNvSpPr txBox="1"/>
            <p:nvPr/>
          </p:nvSpPr>
          <p:spPr>
            <a:xfrm>
              <a:off x="6851142" y="3626168"/>
              <a:ext cx="2548947" cy="264033"/>
            </a:xfrm>
            <a:prstGeom prst="rect">
              <a:avLst/>
            </a:prstGeom>
            <a:noFill/>
            <a:ln>
              <a:noFill/>
            </a:ln>
          </p:spPr>
          <p:txBody>
            <a:bodyPr wrap="none" lIns="0" tIns="0" rIns="0" bIns="0" anchor="t" anchorCtr="0">
              <a:spAutoFit/>
            </a:bodyPr>
            <a:lstStyle/>
            <a:p>
              <a:pPr algn="l"/>
              <a:r>
                <a:rPr lang="zh-CN" sz="1350" dirty="0">
                  <a:solidFill>
                    <a:srgbClr val="5B6B7C"/>
                  </a:solidFill>
                  <a:latin typeface="+mn-lt"/>
                  <a:ea typeface="+mn-ea"/>
                  <a:cs typeface="+mn-cs"/>
                </a:rPr>
                <a:t>改修してほしい内容を自分の言葉で書く</a:t>
              </a:r>
            </a:p>
          </p:txBody>
        </p:sp>
        <p:sp>
          <p:nvSpPr>
            <p:cNvPr id="36" name="Rectangle 36"/>
            <p:cNvSpPr/>
            <p:nvPr/>
          </p:nvSpPr>
          <p:spPr>
            <a:xfrm>
              <a:off x="5981700" y="4019550"/>
              <a:ext cx="723900" cy="266700"/>
            </a:xfrm>
            <a:prstGeom prst="roundRect">
              <a:avLst>
                <a:gd name="adj" fmla="val 50000"/>
              </a:avLst>
            </a:prstGeom>
            <a:solidFill>
              <a:schemeClr val="accent3"/>
            </a:solidFill>
            <a:ln>
              <a:noFill/>
            </a:ln>
          </p:spPr>
        </p:sp>
        <p:sp>
          <p:nvSpPr>
            <p:cNvPr id="37" name="TextBox 37"/>
            <p:cNvSpPr txBox="1"/>
            <p:nvPr/>
          </p:nvSpPr>
          <p:spPr>
            <a:xfrm>
              <a:off x="6188904" y="4064318"/>
              <a:ext cx="309493"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mn-lt"/>
                  <a:ea typeface="+mn-ea"/>
                  <a:cs typeface="+mn-cs"/>
                </a:rPr>
                <a:t>聞く</a:t>
              </a:r>
            </a:p>
          </p:txBody>
        </p:sp>
        <p:sp>
          <p:nvSpPr>
            <p:cNvPr id="38" name="TextBox 38"/>
            <p:cNvSpPr txBox="1"/>
            <p:nvPr/>
          </p:nvSpPr>
          <p:spPr>
            <a:xfrm>
              <a:off x="6850380" y="4048125"/>
              <a:ext cx="2358133" cy="293370"/>
            </a:xfrm>
            <a:prstGeom prst="rect">
              <a:avLst/>
            </a:prstGeom>
            <a:noFill/>
            <a:ln>
              <a:noFill/>
            </a:ln>
          </p:spPr>
          <p:txBody>
            <a:bodyPr wrap="none" lIns="0" tIns="0" rIns="0" bIns="0" anchor="t" anchorCtr="0">
              <a:spAutoFit/>
            </a:bodyPr>
            <a:lstStyle/>
            <a:p>
              <a:pPr algn="l"/>
              <a:r>
                <a:rPr lang="zh-CN" sz="1500" b="1" dirty="0">
                  <a:solidFill>
                    <a:schemeClr val="dk1"/>
                  </a:solidFill>
                  <a:latin typeface="+mn-lt"/>
                  <a:ea typeface="+mn-ea"/>
                  <a:cs typeface="+mn-cs"/>
                </a:rPr>
                <a:t>新しい端末で動くかを調べてもらう</a:t>
              </a:r>
            </a:p>
          </p:txBody>
        </p:sp>
        <p:sp>
          <p:nvSpPr>
            <p:cNvPr id="39" name="TextBox 39"/>
            <p:cNvSpPr txBox="1"/>
            <p:nvPr/>
          </p:nvSpPr>
          <p:spPr>
            <a:xfrm>
              <a:off x="6851142" y="4311968"/>
              <a:ext cx="2866987" cy="264033"/>
            </a:xfrm>
            <a:prstGeom prst="rect">
              <a:avLst/>
            </a:prstGeom>
            <a:noFill/>
            <a:ln>
              <a:noFill/>
            </a:ln>
          </p:spPr>
          <p:txBody>
            <a:bodyPr wrap="none" lIns="0" tIns="0" rIns="0" bIns="0" anchor="t" anchorCtr="0">
              <a:spAutoFit/>
            </a:bodyPr>
            <a:lstStyle/>
            <a:p>
              <a:pPr algn="l"/>
              <a:r>
                <a:rPr lang="zh-CN" sz="1350" dirty="0">
                  <a:solidFill>
                    <a:srgbClr val="5B6B7C"/>
                  </a:solidFill>
                  <a:latin typeface="+mn-lt"/>
                  <a:ea typeface="+mn-ea"/>
                  <a:cs typeface="+mn-cs"/>
                </a:rPr>
                <a:t>動かなくなる箇所と直し方の方針を挙げてもらう</a:t>
              </a:r>
            </a:p>
          </p:txBody>
        </p:sp>
        <p:sp>
          <p:nvSpPr>
            <p:cNvPr id="40" name="Rectangle 40"/>
            <p:cNvSpPr/>
            <p:nvPr/>
          </p:nvSpPr>
          <p:spPr>
            <a:xfrm>
              <a:off x="5981700" y="4705350"/>
              <a:ext cx="723900" cy="266700"/>
            </a:xfrm>
            <a:prstGeom prst="roundRect">
              <a:avLst>
                <a:gd name="adj" fmla="val 50000"/>
              </a:avLst>
            </a:prstGeom>
            <a:solidFill>
              <a:schemeClr val="accent3"/>
            </a:solidFill>
            <a:ln>
              <a:noFill/>
            </a:ln>
          </p:spPr>
        </p:sp>
        <p:sp>
          <p:nvSpPr>
            <p:cNvPr id="41" name="TextBox 41"/>
            <p:cNvSpPr txBox="1"/>
            <p:nvPr/>
          </p:nvSpPr>
          <p:spPr>
            <a:xfrm>
              <a:off x="6188904" y="4750118"/>
              <a:ext cx="309493"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mn-lt"/>
                  <a:ea typeface="+mn-ea"/>
                  <a:cs typeface="+mn-cs"/>
                </a:rPr>
                <a:t>聞く</a:t>
              </a:r>
            </a:p>
          </p:txBody>
        </p:sp>
        <p:sp>
          <p:nvSpPr>
            <p:cNvPr id="42" name="TextBox 42"/>
            <p:cNvSpPr txBox="1"/>
            <p:nvPr/>
          </p:nvSpPr>
          <p:spPr>
            <a:xfrm>
              <a:off x="6850380" y="4733925"/>
              <a:ext cx="1849269" cy="293370"/>
            </a:xfrm>
            <a:prstGeom prst="rect">
              <a:avLst/>
            </a:prstGeom>
            <a:noFill/>
            <a:ln>
              <a:noFill/>
            </a:ln>
          </p:spPr>
          <p:txBody>
            <a:bodyPr wrap="none" lIns="0" tIns="0" rIns="0" bIns="0" anchor="t" anchorCtr="0">
              <a:spAutoFit/>
            </a:bodyPr>
            <a:lstStyle/>
            <a:p>
              <a:pPr algn="l"/>
              <a:r>
                <a:rPr lang="zh-CN" sz="1500" b="1" dirty="0">
                  <a:solidFill>
                    <a:schemeClr val="dk1"/>
                  </a:solidFill>
                  <a:latin typeface="+mn-lt"/>
                  <a:ea typeface="+mn-ea"/>
                  <a:cs typeface="+mn-cs"/>
                </a:rPr>
                <a:t>相談用の依頼文を作る</a:t>
              </a:r>
            </a:p>
          </p:txBody>
        </p:sp>
        <p:sp>
          <p:nvSpPr>
            <p:cNvPr id="43" name="TextBox 43"/>
            <p:cNvSpPr txBox="1"/>
            <p:nvPr/>
          </p:nvSpPr>
          <p:spPr>
            <a:xfrm>
              <a:off x="6851142" y="4997768"/>
              <a:ext cx="3537356" cy="264033"/>
            </a:xfrm>
            <a:prstGeom prst="rect">
              <a:avLst/>
            </a:prstGeom>
            <a:noFill/>
            <a:ln>
              <a:noFill/>
            </a:ln>
          </p:spPr>
          <p:txBody>
            <a:bodyPr wrap="none" lIns="0" tIns="0" rIns="0" bIns="0" anchor="t" anchorCtr="0">
              <a:spAutoFit/>
            </a:bodyPr>
            <a:lstStyle/>
            <a:p>
              <a:pPr algn="l"/>
              <a:r>
                <a:rPr lang="zh-CN" sz="1350" dirty="0">
                  <a:solidFill>
                    <a:srgbClr val="5B6B7C"/>
                  </a:solidFill>
                  <a:latin typeface="+mn-lt"/>
                  <a:ea typeface="+mn-ea"/>
                  <a:cs typeface="+mn-cs"/>
                </a:rPr>
                <a:t>質問に答え、AI と方針を決めるための 1 通目を作る</a:t>
              </a:r>
            </a:p>
          </p:txBody>
        </p:sp>
        <p:sp>
          <p:nvSpPr>
            <p:cNvPr id="44" name="Rectangle 44"/>
            <p:cNvSpPr/>
            <p:nvPr/>
          </p:nvSpPr>
          <p:spPr>
            <a:xfrm>
              <a:off x="5981700" y="5391150"/>
              <a:ext cx="723900" cy="266700"/>
            </a:xfrm>
            <a:prstGeom prst="roundRect">
              <a:avLst>
                <a:gd name="adj" fmla="val 50000"/>
              </a:avLst>
            </a:prstGeom>
            <a:solidFill>
              <a:schemeClr val="accent3"/>
            </a:solidFill>
            <a:ln>
              <a:noFill/>
            </a:ln>
          </p:spPr>
        </p:sp>
        <p:sp>
          <p:nvSpPr>
            <p:cNvPr id="45" name="TextBox 45"/>
            <p:cNvSpPr txBox="1"/>
            <p:nvPr/>
          </p:nvSpPr>
          <p:spPr>
            <a:xfrm>
              <a:off x="6188904" y="5435918"/>
              <a:ext cx="309493"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mn-lt"/>
                  <a:ea typeface="+mn-ea"/>
                  <a:cs typeface="+mn-cs"/>
                </a:rPr>
                <a:t>聞く</a:t>
              </a:r>
            </a:p>
          </p:txBody>
        </p:sp>
        <p:sp>
          <p:nvSpPr>
            <p:cNvPr id="46" name="TextBox 46"/>
            <p:cNvSpPr txBox="1"/>
            <p:nvPr/>
          </p:nvSpPr>
          <p:spPr>
            <a:xfrm>
              <a:off x="6850380" y="5419725"/>
              <a:ext cx="1796263" cy="293370"/>
            </a:xfrm>
            <a:prstGeom prst="rect">
              <a:avLst/>
            </a:prstGeom>
            <a:noFill/>
            <a:ln>
              <a:noFill/>
            </a:ln>
          </p:spPr>
          <p:txBody>
            <a:bodyPr wrap="none" lIns="0" tIns="0" rIns="0" bIns="0" anchor="t" anchorCtr="0">
              <a:spAutoFit/>
            </a:bodyPr>
            <a:lstStyle/>
            <a:p>
              <a:pPr algn="l"/>
              <a:r>
                <a:rPr lang="zh-CN" sz="1500" b="1" dirty="0">
                  <a:solidFill>
                    <a:schemeClr val="dk1"/>
                  </a:solidFill>
                  <a:latin typeface="+mn-lt"/>
                  <a:ea typeface="+mn-ea"/>
                  <a:cs typeface="+mn-cs"/>
                </a:rPr>
                <a:t>聞きたいことを自分で書く</a:t>
              </a:r>
            </a:p>
          </p:txBody>
        </p:sp>
        <p:sp>
          <p:nvSpPr>
            <p:cNvPr id="47" name="TextBox 47"/>
            <p:cNvSpPr txBox="1"/>
            <p:nvPr/>
          </p:nvSpPr>
          <p:spPr>
            <a:xfrm>
              <a:off x="6851142" y="5683568"/>
              <a:ext cx="2003736" cy="264033"/>
            </a:xfrm>
            <a:prstGeom prst="rect">
              <a:avLst/>
            </a:prstGeom>
            <a:noFill/>
            <a:ln>
              <a:noFill/>
            </a:ln>
          </p:spPr>
          <p:txBody>
            <a:bodyPr wrap="none" lIns="0" tIns="0" rIns="0" bIns="0" anchor="t" anchorCtr="0">
              <a:spAutoFit/>
            </a:bodyPr>
            <a:lstStyle/>
            <a:p>
              <a:pPr algn="l"/>
              <a:r>
                <a:rPr lang="zh-CN" sz="1350" dirty="0">
                  <a:solidFill>
                    <a:srgbClr val="5B6B7C"/>
                  </a:solidFill>
                  <a:latin typeface="+mn-lt"/>
                  <a:ea typeface="+mn-ea"/>
                  <a:cs typeface="+mn-cs"/>
                </a:rPr>
                <a:t>聞きたいことを自分の言葉で書く</a:t>
              </a:r>
            </a:p>
          </p:txBody>
        </p:sp>
      </p:grpSp>
      <p:grpSp>
        <p:nvGrpSpPr>
          <p:cNvPr id="51" name="Group 51"/>
          <p:cNvGrpSpPr/>
          <p:nvPr/>
        </p:nvGrpSpPr>
        <p:grpSpPr>
          <a:xfrm>
            <a:off x="374904" y="6461760"/>
            <a:ext cx="11442192" cy="234696"/>
            <a:chOff x="374904" y="6461760"/>
            <a:chExt cx="11442192" cy="234696"/>
          </a:xfrm>
        </p:grpSpPr>
        <p:sp>
          <p:nvSpPr>
            <p:cNvPr id="49" name="TextBox 49"/>
            <p:cNvSpPr txBox="1"/>
            <p:nvPr/>
          </p:nvSpPr>
          <p:spPr>
            <a:xfrm>
              <a:off x="374904" y="6461760"/>
              <a:ext cx="1312621" cy="234696"/>
            </a:xfrm>
            <a:prstGeom prst="rect">
              <a:avLst/>
            </a:prstGeom>
            <a:noFill/>
            <a:ln>
              <a:noFill/>
            </a:ln>
          </p:spPr>
          <p:txBody>
            <a:bodyPr wrap="none" lIns="0" tIns="0" rIns="0" bIns="0" anchor="t" anchorCtr="0">
              <a:spAutoFit/>
            </a:bodyPr>
            <a:lstStyle/>
            <a:p>
              <a:pPr algn="l"/>
              <a:r>
                <a:rPr lang="zh-CN" sz="1200" dirty="0">
                  <a:solidFill>
                    <a:srgbClr val="5B6B7C"/>
                  </a:solidFill>
                  <a:latin typeface="+mn-lt"/>
                  <a:ea typeface="+mn-ea"/>
                  <a:cs typeface="+mn-cs"/>
                </a:rPr>
                <a:t>第二部 操作マニュアル</a:t>
              </a:r>
            </a:p>
          </p:txBody>
        </p:sp>
        <p:sp>
          <p:nvSpPr>
            <p:cNvPr id="50" name="TextBox 50"/>
            <p:cNvSpPr txBox="1"/>
            <p:nvPr/>
          </p:nvSpPr>
          <p:spPr>
            <a:xfrm>
              <a:off x="11627206" y="6461760"/>
              <a:ext cx="189890" cy="234696"/>
            </a:xfrm>
            <a:prstGeom prst="rect">
              <a:avLst/>
            </a:prstGeom>
            <a:noFill/>
            <a:ln>
              <a:noFill/>
            </a:ln>
          </p:spPr>
          <p:txBody>
            <a:bodyPr wrap="none" lIns="0" tIns="0" rIns="0" bIns="0" anchor="t" anchorCtr="0">
              <a:spAutoFit/>
            </a:bodyPr>
            <a:lstStyle/>
            <a:p>
              <a:pPr algn="r"/>
              <a:r>
                <a:rPr lang="en-US" sz="1200" dirty="0">
                  <a:solidFill>
                    <a:srgbClr val="5B6B7C"/>
                  </a:solidFill>
                  <a:latin typeface="+mn-lt"/>
                  <a:ea typeface="+mn-ea"/>
                  <a:cs typeface="+mn-cs"/>
                </a:rPr>
                <a:t>14</a:t>
              </a:r>
            </a:p>
          </p:txBody>
        </p:sp>
      </p:grpSp>
    </p:spTree>
  </p:cSld>
  <p:clrMapOvr>
    <a:masterClrMapping/>
  </p:clrMapOvr>
  <p:transition xmlns:p14="http://schemas.microsoft.com/office/powerpoint/2010/main" p14:dur="400">
    <p:fade/>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7" name="Group 7"/>
          <p:cNvGrpSpPr/>
          <p:nvPr/>
        </p:nvGrpSpPr>
        <p:grpSpPr>
          <a:xfrm>
            <a:off x="381000" y="476250"/>
            <a:ext cx="11437620" cy="657225"/>
            <a:chOff x="381000" y="476250"/>
            <a:chExt cx="11437620" cy="657225"/>
          </a:xfrm>
        </p:grpSpPr>
        <p:sp>
          <p:nvSpPr>
            <p:cNvPr id="2" name="Rectangle 2"/>
            <p:cNvSpPr/>
            <p:nvPr/>
          </p:nvSpPr>
          <p:spPr>
            <a:xfrm>
              <a:off x="381000" y="476250"/>
              <a:ext cx="1943100" cy="342900"/>
            </a:xfrm>
            <a:prstGeom prst="roundRect">
              <a:avLst>
                <a:gd name="adj" fmla="val 50000"/>
              </a:avLst>
            </a:prstGeom>
            <a:solidFill>
              <a:schemeClr val="accent1"/>
            </a:solidFill>
            <a:ln>
              <a:noFill/>
            </a:ln>
          </p:spPr>
        </p:sp>
        <p:sp>
          <p:nvSpPr>
            <p:cNvPr id="3" name="TextBox 3"/>
            <p:cNvSpPr txBox="1"/>
            <p:nvPr/>
          </p:nvSpPr>
          <p:spPr>
            <a:xfrm>
              <a:off x="520379" y="568642"/>
              <a:ext cx="1664342"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mn-lt"/>
                  <a:ea typeface="+mn-ea"/>
                  <a:cs typeface="+mn-cs"/>
                </a:rPr>
                <a:t>手順 2 · 質問に答える</a:t>
              </a:r>
            </a:p>
          </p:txBody>
        </p:sp>
        <p:sp>
          <p:nvSpPr>
            <p:cNvPr id="4" name="TextBox 4"/>
            <p:cNvSpPr txBox="1"/>
            <p:nvPr/>
          </p:nvSpPr>
          <p:spPr>
            <a:xfrm>
              <a:off x="2479548" y="479108"/>
              <a:ext cx="2926166" cy="616077"/>
            </a:xfrm>
            <a:prstGeom prst="rect">
              <a:avLst/>
            </a:prstGeom>
            <a:noFill/>
            <a:ln>
              <a:noFill/>
            </a:ln>
          </p:spPr>
          <p:txBody>
            <a:bodyPr wrap="none" lIns="0" tIns="0" rIns="0" bIns="0" anchor="t" anchorCtr="0">
              <a:spAutoFit/>
            </a:bodyPr>
            <a:lstStyle/>
            <a:p>
              <a:pPr algn="l"/>
              <a:r>
                <a:rPr lang="zh-CN" sz="3150" b="1" dirty="0">
                  <a:solidFill>
                    <a:schemeClr val="dk1"/>
                  </a:solidFill>
                  <a:latin typeface="+mn-lt"/>
                  <a:ea typeface="+mn-ea"/>
                  <a:cs typeface="+mn-cs"/>
                </a:rPr>
                <a:t>いくつか教えてください</a:t>
              </a:r>
            </a:p>
          </p:txBody>
        </p:sp>
        <p:sp>
          <p:nvSpPr>
            <p:cNvPr id="5" name="TextBox 5"/>
            <p:cNvSpPr txBox="1"/>
            <p:nvPr/>
          </p:nvSpPr>
          <p:spPr>
            <a:xfrm>
              <a:off x="9481185" y="638175"/>
              <a:ext cx="2337435" cy="293370"/>
            </a:xfrm>
            <a:prstGeom prst="rect">
              <a:avLst/>
            </a:prstGeom>
            <a:noFill/>
            <a:ln>
              <a:noFill/>
            </a:ln>
          </p:spPr>
          <p:txBody>
            <a:bodyPr wrap="none" lIns="0" tIns="0" rIns="0" bIns="0" anchor="t" anchorCtr="0">
              <a:spAutoFit/>
            </a:bodyPr>
            <a:lstStyle/>
            <a:p>
              <a:pPr algn="r"/>
              <a:r>
                <a:rPr lang="zh-CN" sz="1500" dirty="0">
                  <a:solidFill>
                    <a:srgbClr val="5B6B7C"/>
                  </a:solidFill>
                  <a:latin typeface="+mn-lt"/>
                  <a:ea typeface="+mn-ea"/>
                  <a:cs typeface="+mn-cs"/>
                </a:rPr>
                <a:t>ひな形に質問がある場合だけ出ます</a:t>
              </a:r>
            </a:p>
          </p:txBody>
        </p:sp>
        <p:sp>
          <p:nvSpPr>
            <p:cNvPr id="6" name="Line 6"/>
            <p:cNvSpPr/>
            <p:nvPr/>
          </p:nvSpPr>
          <p:spPr>
            <a:xfrm>
              <a:off x="381000" y="1123950"/>
              <a:ext cx="11430000" cy="9525"/>
            </a:xfrm>
            <a:custGeom>
              <a:avLst/>
              <a:gdLst/>
              <a:ahLst/>
              <a:cxnLst/>
              <a:rect l="l" t="t" r="r" b="b"/>
              <a:pathLst>
                <a:path w="11430000" h="9525">
                  <a:moveTo>
                    <a:pt x="0" y="0"/>
                  </a:moveTo>
                  <a:lnTo>
                    <a:pt x="11430000" y="0"/>
                  </a:lnTo>
                </a:path>
              </a:pathLst>
            </a:custGeom>
            <a:noFill/>
            <a:ln w="9525">
              <a:solidFill>
                <a:srgbClr val="E2E8F0"/>
              </a:solidFill>
            </a:ln>
          </p:spPr>
        </p:sp>
      </p:grpSp>
      <p:grpSp>
        <p:nvGrpSpPr>
          <p:cNvPr id="13" name="Group 13"/>
          <p:cNvGrpSpPr/>
          <p:nvPr/>
        </p:nvGrpSpPr>
        <p:grpSpPr>
          <a:xfrm>
            <a:off x="342900" y="1419225"/>
            <a:ext cx="3733800" cy="2769870"/>
            <a:chOff x="342900" y="1419225"/>
            <a:chExt cx="3733800" cy="2769870"/>
          </a:xfrm>
        </p:grpSpPr>
        <p:sp>
          <p:nvSpPr>
            <p:cNvPr id="8" name="TextBox 8"/>
            <p:cNvSpPr txBox="1"/>
            <p:nvPr/>
          </p:nvSpPr>
          <p:spPr>
            <a:xfrm>
              <a:off x="373380" y="1419225"/>
              <a:ext cx="979961" cy="293370"/>
            </a:xfrm>
            <a:prstGeom prst="rect">
              <a:avLst/>
            </a:prstGeom>
            <a:noFill/>
            <a:ln>
              <a:noFill/>
            </a:ln>
          </p:spPr>
          <p:txBody>
            <a:bodyPr wrap="none" lIns="0" tIns="0" rIns="0" bIns="0" anchor="t" anchorCtr="0">
              <a:spAutoFit/>
            </a:bodyPr>
            <a:lstStyle/>
            <a:p>
              <a:pPr algn="l"/>
              <a:r>
                <a:rPr lang="zh-CN" sz="1500" b="1" dirty="0">
                  <a:solidFill>
                    <a:srgbClr val="5B6B7C"/>
                  </a:solidFill>
                  <a:latin typeface="+mn-lt"/>
                  <a:ea typeface="+mn-ea"/>
                  <a:cs typeface="+mn-cs"/>
                </a:rPr>
                <a:t>選択式の問</a:t>
              </a:r>
            </a:p>
          </p:txBody>
        </p:sp>
        <p:sp>
          <p:nvSpPr>
            <p:cNvPr id="9" name="Rectangle 9"/>
            <p:cNvSpPr/>
            <p:nvPr/>
          </p:nvSpPr>
          <p:spPr>
            <a:xfrm>
              <a:off x="342900" y="1676400"/>
              <a:ext cx="3733800" cy="2133600"/>
            </a:xfrm>
            <a:prstGeom prst="roundRect">
              <a:avLst>
                <a:gd name="adj" fmla="val 6250"/>
              </a:avLst>
            </a:prstGeom>
            <a:solidFill>
              <a:schemeClr val="accent6"/>
            </a:solidFill>
            <a:ln>
              <a:noFill/>
            </a:ln>
          </p:spPr>
        </p:sp>
        <p:pic>
          <p:nvPicPr>
            <p:cNvPr id="10" name="Image 10"/>
            <p:cNvPicPr>
              <a:picLocks noChangeAspect="1"/>
            </p:cNvPicPr>
            <p:nvPr/>
          </p:nvPicPr>
          <p:blipFill>
            <a:blip r:embed="rId2"/>
            <a:stretch>
              <a:fillRect/>
            </a:stretch>
          </p:blipFill>
          <p:spPr>
            <a:xfrm>
              <a:off x="381000" y="1714500"/>
              <a:ext cx="3657600" cy="2057400"/>
            </a:xfrm>
            <a:prstGeom prst="roundRect">
              <a:avLst>
                <a:gd name="adj" fmla="val 4629"/>
              </a:avLst>
            </a:prstGeom>
          </p:spPr>
        </p:pic>
        <p:sp>
          <p:nvSpPr>
            <p:cNvPr id="11" name="Rectangle 11"/>
            <p:cNvSpPr/>
            <p:nvPr/>
          </p:nvSpPr>
          <p:spPr>
            <a:xfrm>
              <a:off x="381000" y="1714500"/>
              <a:ext cx="3657600" cy="2057400"/>
            </a:xfrm>
            <a:prstGeom prst="roundRect">
              <a:avLst>
                <a:gd name="adj" fmla="val 4630"/>
              </a:avLst>
            </a:prstGeom>
            <a:noFill/>
            <a:ln w="9525">
              <a:solidFill>
                <a:srgbClr val="E2E8F0"/>
              </a:solidFill>
            </a:ln>
          </p:spPr>
        </p:sp>
        <p:sp>
          <p:nvSpPr>
            <p:cNvPr id="12" name="TextBox 12"/>
            <p:cNvSpPr txBox="1"/>
            <p:nvPr/>
          </p:nvSpPr>
          <p:spPr>
            <a:xfrm>
              <a:off x="373380" y="3895725"/>
              <a:ext cx="1428750"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ボタンを 1 回押すだけ</a:t>
              </a:r>
            </a:p>
          </p:txBody>
        </p:sp>
      </p:grpSp>
      <p:grpSp>
        <p:nvGrpSpPr>
          <p:cNvPr id="19" name="Group 19"/>
          <p:cNvGrpSpPr/>
          <p:nvPr/>
        </p:nvGrpSpPr>
        <p:grpSpPr>
          <a:xfrm>
            <a:off x="4229100" y="1419225"/>
            <a:ext cx="3733800" cy="2769870"/>
            <a:chOff x="4229100" y="1419225"/>
            <a:chExt cx="3733800" cy="2769870"/>
          </a:xfrm>
        </p:grpSpPr>
        <p:sp>
          <p:nvSpPr>
            <p:cNvPr id="14" name="TextBox 14"/>
            <p:cNvSpPr txBox="1"/>
            <p:nvPr/>
          </p:nvSpPr>
          <p:spPr>
            <a:xfrm>
              <a:off x="4259580" y="1419225"/>
              <a:ext cx="1191987" cy="293370"/>
            </a:xfrm>
            <a:prstGeom prst="rect">
              <a:avLst/>
            </a:prstGeom>
            <a:noFill/>
            <a:ln>
              <a:noFill/>
            </a:ln>
          </p:spPr>
          <p:txBody>
            <a:bodyPr wrap="none" lIns="0" tIns="0" rIns="0" bIns="0" anchor="t" anchorCtr="0">
              <a:spAutoFit/>
            </a:bodyPr>
            <a:lstStyle/>
            <a:p>
              <a:pPr algn="l"/>
              <a:r>
                <a:rPr lang="zh-CN" sz="1500" b="1" dirty="0">
                  <a:solidFill>
                    <a:srgbClr val="5B6B7C"/>
                  </a:solidFill>
                  <a:latin typeface="+mn-lt"/>
                  <a:ea typeface="+mn-ea"/>
                  <a:cs typeface="+mn-cs"/>
                </a:rPr>
                <a:t>自由記述の問</a:t>
              </a:r>
            </a:p>
          </p:txBody>
        </p:sp>
        <p:sp>
          <p:nvSpPr>
            <p:cNvPr id="15" name="Rectangle 15"/>
            <p:cNvSpPr/>
            <p:nvPr/>
          </p:nvSpPr>
          <p:spPr>
            <a:xfrm>
              <a:off x="4229100" y="1676400"/>
              <a:ext cx="3733800" cy="2133600"/>
            </a:xfrm>
            <a:prstGeom prst="roundRect">
              <a:avLst>
                <a:gd name="adj" fmla="val 6250"/>
              </a:avLst>
            </a:prstGeom>
            <a:solidFill>
              <a:schemeClr val="accent6"/>
            </a:solidFill>
            <a:ln>
              <a:noFill/>
            </a:ln>
          </p:spPr>
        </p:sp>
        <p:pic>
          <p:nvPicPr>
            <p:cNvPr id="16" name="Image 16"/>
            <p:cNvPicPr>
              <a:picLocks noChangeAspect="1"/>
            </p:cNvPicPr>
            <p:nvPr/>
          </p:nvPicPr>
          <p:blipFill>
            <a:blip r:embed="rId3"/>
            <a:stretch>
              <a:fillRect/>
            </a:stretch>
          </p:blipFill>
          <p:spPr>
            <a:xfrm>
              <a:off x="4267200" y="1714500"/>
              <a:ext cx="3657600" cy="2057400"/>
            </a:xfrm>
            <a:prstGeom prst="roundRect">
              <a:avLst>
                <a:gd name="adj" fmla="val 4629"/>
              </a:avLst>
            </a:prstGeom>
          </p:spPr>
        </p:pic>
        <p:sp>
          <p:nvSpPr>
            <p:cNvPr id="17" name="Rectangle 17"/>
            <p:cNvSpPr/>
            <p:nvPr/>
          </p:nvSpPr>
          <p:spPr>
            <a:xfrm>
              <a:off x="4267200" y="1714500"/>
              <a:ext cx="3657600" cy="2057400"/>
            </a:xfrm>
            <a:prstGeom prst="roundRect">
              <a:avLst>
                <a:gd name="adj" fmla="val 4630"/>
              </a:avLst>
            </a:prstGeom>
            <a:noFill/>
            <a:ln w="9525">
              <a:solidFill>
                <a:srgbClr val="E2E8F0"/>
              </a:solidFill>
            </a:ln>
          </p:spPr>
        </p:sp>
        <p:sp>
          <p:nvSpPr>
            <p:cNvPr id="18" name="TextBox 18"/>
            <p:cNvSpPr txBox="1"/>
            <p:nvPr/>
          </p:nvSpPr>
          <p:spPr>
            <a:xfrm>
              <a:off x="4259580" y="3895725"/>
              <a:ext cx="1267206"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複数行で書けます</a:t>
              </a:r>
            </a:p>
          </p:txBody>
        </p:sp>
      </p:grpSp>
      <p:grpSp>
        <p:nvGrpSpPr>
          <p:cNvPr id="25" name="Group 25"/>
          <p:cNvGrpSpPr/>
          <p:nvPr/>
        </p:nvGrpSpPr>
        <p:grpSpPr>
          <a:xfrm>
            <a:off x="8115300" y="1419225"/>
            <a:ext cx="3733800" cy="2769870"/>
            <a:chOff x="8115300" y="1419225"/>
            <a:chExt cx="3733800" cy="2769870"/>
          </a:xfrm>
        </p:grpSpPr>
        <p:sp>
          <p:nvSpPr>
            <p:cNvPr id="20" name="TextBox 20"/>
            <p:cNvSpPr txBox="1"/>
            <p:nvPr/>
          </p:nvSpPr>
          <p:spPr>
            <a:xfrm>
              <a:off x="8145780" y="1419225"/>
              <a:ext cx="1117778" cy="293370"/>
            </a:xfrm>
            <a:prstGeom prst="rect">
              <a:avLst/>
            </a:prstGeom>
            <a:noFill/>
            <a:ln>
              <a:noFill/>
            </a:ln>
          </p:spPr>
          <p:txBody>
            <a:bodyPr wrap="none" lIns="0" tIns="0" rIns="0" bIns="0" anchor="t" anchorCtr="0">
              <a:spAutoFit/>
            </a:bodyPr>
            <a:lstStyle/>
            <a:p>
              <a:pPr algn="l"/>
              <a:r>
                <a:rPr lang="zh-CN" sz="1500" b="1" dirty="0">
                  <a:solidFill>
                    <a:srgbClr val="5B6B7C"/>
                  </a:solidFill>
                  <a:latin typeface="+mn-lt"/>
                  <a:ea typeface="+mn-ea"/>
                  <a:cs typeface="+mn-cs"/>
                </a:rPr>
                <a:t>問数が多いとき</a:t>
              </a:r>
            </a:p>
          </p:txBody>
        </p:sp>
        <p:sp>
          <p:nvSpPr>
            <p:cNvPr id="21" name="Rectangle 21"/>
            <p:cNvSpPr/>
            <p:nvPr/>
          </p:nvSpPr>
          <p:spPr>
            <a:xfrm>
              <a:off x="8115300" y="1676400"/>
              <a:ext cx="3733800" cy="2133600"/>
            </a:xfrm>
            <a:prstGeom prst="roundRect">
              <a:avLst>
                <a:gd name="adj" fmla="val 6250"/>
              </a:avLst>
            </a:prstGeom>
            <a:solidFill>
              <a:schemeClr val="accent6"/>
            </a:solidFill>
            <a:ln>
              <a:noFill/>
            </a:ln>
          </p:spPr>
        </p:sp>
        <p:pic>
          <p:nvPicPr>
            <p:cNvPr id="22" name="Image 22"/>
            <p:cNvPicPr>
              <a:picLocks noChangeAspect="1"/>
            </p:cNvPicPr>
            <p:nvPr/>
          </p:nvPicPr>
          <p:blipFill>
            <a:blip r:embed="rId4"/>
            <a:stretch>
              <a:fillRect/>
            </a:stretch>
          </p:blipFill>
          <p:spPr>
            <a:xfrm>
              <a:off x="8153400" y="1714500"/>
              <a:ext cx="3657600" cy="2057400"/>
            </a:xfrm>
            <a:prstGeom prst="roundRect">
              <a:avLst>
                <a:gd name="adj" fmla="val 4629"/>
              </a:avLst>
            </a:prstGeom>
          </p:spPr>
        </p:pic>
        <p:sp>
          <p:nvSpPr>
            <p:cNvPr id="23" name="Rectangle 23"/>
            <p:cNvSpPr/>
            <p:nvPr/>
          </p:nvSpPr>
          <p:spPr>
            <a:xfrm>
              <a:off x="8153400" y="1714500"/>
              <a:ext cx="3657600" cy="2057400"/>
            </a:xfrm>
            <a:prstGeom prst="roundRect">
              <a:avLst>
                <a:gd name="adj" fmla="val 4630"/>
              </a:avLst>
            </a:prstGeom>
            <a:noFill/>
            <a:ln w="9525">
              <a:solidFill>
                <a:srgbClr val="E2E8F0"/>
              </a:solidFill>
            </a:ln>
          </p:spPr>
        </p:sp>
        <p:sp>
          <p:nvSpPr>
            <p:cNvPr id="24" name="TextBox 24"/>
            <p:cNvSpPr txBox="1"/>
            <p:nvPr/>
          </p:nvSpPr>
          <p:spPr>
            <a:xfrm>
              <a:off x="8145780" y="3895725"/>
              <a:ext cx="1691259"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中間の丸が省略されます</a:t>
              </a:r>
            </a:p>
          </p:txBody>
        </p:sp>
      </p:grpSp>
      <p:grpSp>
        <p:nvGrpSpPr>
          <p:cNvPr id="35" name="Group 35"/>
          <p:cNvGrpSpPr/>
          <p:nvPr/>
        </p:nvGrpSpPr>
        <p:grpSpPr>
          <a:xfrm>
            <a:off x="390525" y="4410075"/>
            <a:ext cx="5936666" cy="1557909"/>
            <a:chOff x="390525" y="4410075"/>
            <a:chExt cx="5936666" cy="1557909"/>
          </a:xfrm>
        </p:grpSpPr>
        <p:sp>
          <p:nvSpPr>
            <p:cNvPr id="26" name="Ellipse 26"/>
            <p:cNvSpPr/>
            <p:nvPr/>
          </p:nvSpPr>
          <p:spPr>
            <a:xfrm>
              <a:off x="390525" y="4410075"/>
              <a:ext cx="361950" cy="361950"/>
            </a:xfrm>
            <a:prstGeom prst="ellipse">
              <a:avLst/>
            </a:prstGeom>
            <a:solidFill>
              <a:schemeClr val="accent1"/>
            </a:solidFill>
            <a:ln>
              <a:noFill/>
            </a:ln>
          </p:spPr>
        </p:sp>
        <p:sp>
          <p:nvSpPr>
            <p:cNvPr id="27" name="TextBox 27"/>
            <p:cNvSpPr txBox="1"/>
            <p:nvPr/>
          </p:nvSpPr>
          <p:spPr>
            <a:xfrm>
              <a:off x="505573" y="4505325"/>
              <a:ext cx="131855" cy="293370"/>
            </a:xfrm>
            <a:prstGeom prst="rect">
              <a:avLst/>
            </a:prstGeom>
            <a:noFill/>
            <a:ln>
              <a:noFill/>
            </a:ln>
          </p:spPr>
          <p:txBody>
            <a:bodyPr wrap="none" lIns="0" tIns="0" rIns="0" bIns="0" anchor="t" anchorCtr="0">
              <a:spAutoFit/>
            </a:bodyPr>
            <a:lstStyle/>
            <a:p>
              <a:pPr algn="ctr"/>
              <a:r>
                <a:rPr lang="en-US" sz="1500" b="1" dirty="0">
                  <a:solidFill>
                    <a:srgbClr val="FFFFFF"/>
                  </a:solidFill>
                  <a:latin typeface="+mn-lt"/>
                  <a:ea typeface="+mn-ea"/>
                  <a:cs typeface="+mn-cs"/>
                </a:rPr>
                <a:t>1</a:t>
              </a:r>
            </a:p>
          </p:txBody>
        </p:sp>
        <p:sp>
          <p:nvSpPr>
            <p:cNvPr id="28" name="TextBox 28"/>
            <p:cNvSpPr txBox="1"/>
            <p:nvPr/>
          </p:nvSpPr>
          <p:spPr>
            <a:xfrm>
              <a:off x="905256" y="4472940"/>
              <a:ext cx="5421935"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質問は 1 問ずつ。上の丸が進捗で、答えた問は色が付きます。</a:t>
              </a:r>
            </a:p>
          </p:txBody>
        </p:sp>
        <p:sp>
          <p:nvSpPr>
            <p:cNvPr id="29" name="Ellipse 29"/>
            <p:cNvSpPr/>
            <p:nvPr/>
          </p:nvSpPr>
          <p:spPr>
            <a:xfrm>
              <a:off x="390525" y="4981575"/>
              <a:ext cx="361950" cy="361950"/>
            </a:xfrm>
            <a:prstGeom prst="ellipse">
              <a:avLst/>
            </a:prstGeom>
            <a:solidFill>
              <a:schemeClr val="accent1"/>
            </a:solidFill>
            <a:ln>
              <a:noFill/>
            </a:ln>
          </p:spPr>
        </p:sp>
        <p:sp>
          <p:nvSpPr>
            <p:cNvPr id="30" name="TextBox 30"/>
            <p:cNvSpPr txBox="1"/>
            <p:nvPr/>
          </p:nvSpPr>
          <p:spPr>
            <a:xfrm>
              <a:off x="505573" y="5076825"/>
              <a:ext cx="131855" cy="293370"/>
            </a:xfrm>
            <a:prstGeom prst="rect">
              <a:avLst/>
            </a:prstGeom>
            <a:noFill/>
            <a:ln>
              <a:noFill/>
            </a:ln>
          </p:spPr>
          <p:txBody>
            <a:bodyPr wrap="none" lIns="0" tIns="0" rIns="0" bIns="0" anchor="t" anchorCtr="0">
              <a:spAutoFit/>
            </a:bodyPr>
            <a:lstStyle/>
            <a:p>
              <a:pPr algn="ctr"/>
              <a:r>
                <a:rPr lang="en-US" sz="1500" b="1" dirty="0">
                  <a:solidFill>
                    <a:srgbClr val="FFFFFF"/>
                  </a:solidFill>
                  <a:latin typeface="+mn-lt"/>
                  <a:ea typeface="+mn-ea"/>
                  <a:cs typeface="+mn-cs"/>
                </a:rPr>
                <a:t>2</a:t>
              </a:r>
            </a:p>
          </p:txBody>
        </p:sp>
        <p:sp>
          <p:nvSpPr>
            <p:cNvPr id="31" name="TextBox 31"/>
            <p:cNvSpPr txBox="1"/>
            <p:nvPr/>
          </p:nvSpPr>
          <p:spPr>
            <a:xfrm>
              <a:off x="905256" y="5044440"/>
              <a:ext cx="4416323"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移動は左右の矢印、または丸を直接クリックします。</a:t>
              </a:r>
            </a:p>
          </p:txBody>
        </p:sp>
        <p:sp>
          <p:nvSpPr>
            <p:cNvPr id="32" name="Ellipse 32"/>
            <p:cNvSpPr/>
            <p:nvPr/>
          </p:nvSpPr>
          <p:spPr>
            <a:xfrm>
              <a:off x="390525" y="5553075"/>
              <a:ext cx="361950" cy="361950"/>
            </a:xfrm>
            <a:prstGeom prst="ellipse">
              <a:avLst/>
            </a:prstGeom>
            <a:solidFill>
              <a:schemeClr val="accent1"/>
            </a:solidFill>
            <a:ln>
              <a:noFill/>
            </a:ln>
          </p:spPr>
        </p:sp>
        <p:sp>
          <p:nvSpPr>
            <p:cNvPr id="33" name="TextBox 33"/>
            <p:cNvSpPr txBox="1"/>
            <p:nvPr/>
          </p:nvSpPr>
          <p:spPr>
            <a:xfrm>
              <a:off x="505573" y="5648325"/>
              <a:ext cx="131855" cy="293370"/>
            </a:xfrm>
            <a:prstGeom prst="rect">
              <a:avLst/>
            </a:prstGeom>
            <a:noFill/>
            <a:ln>
              <a:noFill/>
            </a:ln>
          </p:spPr>
          <p:txBody>
            <a:bodyPr wrap="none" lIns="0" tIns="0" rIns="0" bIns="0" anchor="t" anchorCtr="0">
              <a:spAutoFit/>
            </a:bodyPr>
            <a:lstStyle/>
            <a:p>
              <a:pPr algn="ctr"/>
              <a:r>
                <a:rPr lang="en-US" sz="1500" b="1" dirty="0">
                  <a:solidFill>
                    <a:srgbClr val="FFFFFF"/>
                  </a:solidFill>
                  <a:latin typeface="+mn-lt"/>
                  <a:ea typeface="+mn-ea"/>
                  <a:cs typeface="+mn-cs"/>
                </a:rPr>
                <a:t>3</a:t>
              </a:r>
            </a:p>
          </p:txBody>
        </p:sp>
        <p:sp>
          <p:nvSpPr>
            <p:cNvPr id="34" name="TextBox 34"/>
            <p:cNvSpPr txBox="1"/>
            <p:nvPr/>
          </p:nvSpPr>
          <p:spPr>
            <a:xfrm>
              <a:off x="905256" y="5615940"/>
              <a:ext cx="4634408"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答えた内容は、次の画面の依頼文に折り込まれます。</a:t>
              </a:r>
            </a:p>
          </p:txBody>
        </p:sp>
      </p:grpSp>
      <p:grpSp>
        <p:nvGrpSpPr>
          <p:cNvPr id="39" name="Group 39"/>
          <p:cNvGrpSpPr/>
          <p:nvPr/>
        </p:nvGrpSpPr>
        <p:grpSpPr>
          <a:xfrm>
            <a:off x="8115300" y="4343400"/>
            <a:ext cx="3733800" cy="1891284"/>
            <a:chOff x="8115300" y="4343400"/>
            <a:chExt cx="3733800" cy="1891284"/>
          </a:xfrm>
        </p:grpSpPr>
        <p:sp>
          <p:nvSpPr>
            <p:cNvPr id="36" name="Rectangle 36"/>
            <p:cNvSpPr/>
            <p:nvPr/>
          </p:nvSpPr>
          <p:spPr>
            <a:xfrm>
              <a:off x="8115300" y="4343400"/>
              <a:ext cx="3733800" cy="1866900"/>
            </a:xfrm>
            <a:prstGeom prst="roundRect">
              <a:avLst>
                <a:gd name="adj" fmla="val 7143"/>
              </a:avLst>
            </a:prstGeom>
            <a:solidFill>
              <a:schemeClr val="lt1"/>
            </a:solidFill>
            <a:ln w="19050">
              <a:solidFill>
                <a:srgbClr val="2E7D5B"/>
              </a:solidFill>
            </a:ln>
          </p:spPr>
        </p:sp>
        <p:sp>
          <p:nvSpPr>
            <p:cNvPr id="37" name="Freeform 37"/>
            <p:cNvSpPr/>
            <p:nvPr/>
          </p:nvSpPr>
          <p:spPr>
            <a:xfrm>
              <a:off x="8443912" y="4647629"/>
              <a:ext cx="250389" cy="250799"/>
            </a:xfrm>
            <a:custGeom>
              <a:avLst/>
              <a:gdLst/>
              <a:ahLst/>
              <a:cxnLst/>
              <a:rect l="l" t="t" r="r" b="b"/>
              <a:pathLst>
                <a:path w="250389" h="250799">
                  <a:moveTo>
                    <a:pt x="178594" y="21288"/>
                  </a:moveTo>
                  <a:cubicBezTo>
                    <a:pt x="228212" y="49937"/>
                    <a:pt x="250389" y="109863"/>
                    <a:pt x="231374" y="163911"/>
                  </a:cubicBezTo>
                  <a:cubicBezTo>
                    <a:pt x="212360" y="217958"/>
                    <a:pt x="157547" y="250799"/>
                    <a:pt x="100920" y="242070"/>
                  </a:cubicBezTo>
                  <a:cubicBezTo>
                    <a:pt x="44294" y="233341"/>
                    <a:pt x="1915" y="185518"/>
                    <a:pt x="60" y="128253"/>
                  </a:cubicBezTo>
                  <a:lnTo>
                    <a:pt x="0" y="124396"/>
                  </a:lnTo>
                  <a:lnTo>
                    <a:pt x="60" y="120538"/>
                  </a:lnTo>
                  <a:cubicBezTo>
                    <a:pt x="1416" y="78711"/>
                    <a:pt x="24632" y="40667"/>
                    <a:pt x="61209" y="20334"/>
                  </a:cubicBezTo>
                  <a:cubicBezTo>
                    <a:pt x="97786" y="0"/>
                    <a:pt x="142352" y="362"/>
                    <a:pt x="178594" y="21288"/>
                  </a:cubicBezTo>
                  <a:close/>
                  <a:moveTo>
                    <a:pt x="163199" y="92166"/>
                  </a:moveTo>
                  <a:cubicBezTo>
                    <a:pt x="158957" y="87924"/>
                    <a:pt x="152222" y="87501"/>
                    <a:pt x="147483" y="91177"/>
                  </a:cubicBezTo>
                  <a:lnTo>
                    <a:pt x="146364" y="92166"/>
                  </a:lnTo>
                  <a:lnTo>
                    <a:pt x="107156" y="131361"/>
                  </a:lnTo>
                  <a:lnTo>
                    <a:pt x="91761" y="115978"/>
                  </a:lnTo>
                  <a:lnTo>
                    <a:pt x="90642" y="114990"/>
                  </a:lnTo>
                  <a:cubicBezTo>
                    <a:pt x="85902" y="111316"/>
                    <a:pt x="79170" y="111741"/>
                    <a:pt x="74929" y="115981"/>
                  </a:cubicBezTo>
                  <a:cubicBezTo>
                    <a:pt x="70689" y="120222"/>
                    <a:pt x="70264" y="126954"/>
                    <a:pt x="73938" y="131694"/>
                  </a:cubicBezTo>
                  <a:lnTo>
                    <a:pt x="74926" y="132813"/>
                  </a:lnTo>
                  <a:lnTo>
                    <a:pt x="98739" y="156626"/>
                  </a:lnTo>
                  <a:lnTo>
                    <a:pt x="99858" y="157614"/>
                  </a:lnTo>
                  <a:cubicBezTo>
                    <a:pt x="104153" y="160947"/>
                    <a:pt x="110160" y="160947"/>
                    <a:pt x="114455" y="157614"/>
                  </a:cubicBezTo>
                  <a:lnTo>
                    <a:pt x="115574" y="156626"/>
                  </a:lnTo>
                  <a:lnTo>
                    <a:pt x="163199" y="109001"/>
                  </a:lnTo>
                  <a:lnTo>
                    <a:pt x="164187" y="107882"/>
                  </a:lnTo>
                  <a:cubicBezTo>
                    <a:pt x="167864" y="103142"/>
                    <a:pt x="167440" y="96407"/>
                    <a:pt x="163199" y="92166"/>
                  </a:cubicBezTo>
                  <a:close/>
                </a:path>
              </a:pathLst>
            </a:custGeom>
            <a:solidFill>
              <a:srgbClr val="2E7D5B"/>
            </a:solidFill>
            <a:ln>
              <a:noFill/>
            </a:ln>
          </p:spPr>
        </p:sp>
        <p:sp>
          <p:nvSpPr>
            <p:cNvPr id="38" name="TextBox 38"/>
            <p:cNvSpPr txBox="1"/>
            <p:nvPr/>
          </p:nvSpPr>
          <p:spPr>
            <a:xfrm>
              <a:off x="8410956" y="4911090"/>
              <a:ext cx="2166556" cy="1323594"/>
            </a:xfrm>
            <a:prstGeom prst="rect">
              <a:avLst/>
            </a:prstGeom>
            <a:noFill/>
            <a:ln>
              <a:noFill/>
            </a:ln>
          </p:spPr>
          <p:txBody>
            <a:bodyPr wrap="square" lIns="0" tIns="0" rIns="0" bIns="0" anchor="t" anchorCtr="0"/>
            <a:lstStyle/>
            <a:p>
              <a:pPr algn="l">
                <a:lnSpc>
                  <a:spcPts val="2550"/>
                </a:lnSpc>
              </a:pPr>
              <a:r>
                <a:rPr lang="zh-CN" sz="1800" b="1" dirty="0">
                  <a:solidFill>
                    <a:schemeClr val="dk1"/>
                  </a:solidFill>
                  <a:latin typeface="+mn-lt"/>
                  <a:ea typeface="+mn-ea"/>
                  <a:cs typeface="+mn-cs"/>
                </a:rPr>
                <a:t>分かるところだけで大丈夫です。1 問以上答えると［次へ］が使えます。</a:t>
              </a:r>
            </a:p>
          </p:txBody>
        </p:sp>
      </p:grpSp>
      <p:grpSp>
        <p:nvGrpSpPr>
          <p:cNvPr id="42" name="Group 42"/>
          <p:cNvGrpSpPr/>
          <p:nvPr/>
        </p:nvGrpSpPr>
        <p:grpSpPr>
          <a:xfrm>
            <a:off x="374904" y="6461760"/>
            <a:ext cx="11442192" cy="234696"/>
            <a:chOff x="374904" y="6461760"/>
            <a:chExt cx="11442192" cy="234696"/>
          </a:xfrm>
        </p:grpSpPr>
        <p:sp>
          <p:nvSpPr>
            <p:cNvPr id="40" name="TextBox 40"/>
            <p:cNvSpPr txBox="1"/>
            <p:nvPr/>
          </p:nvSpPr>
          <p:spPr>
            <a:xfrm>
              <a:off x="374904" y="6461760"/>
              <a:ext cx="1312621" cy="234696"/>
            </a:xfrm>
            <a:prstGeom prst="rect">
              <a:avLst/>
            </a:prstGeom>
            <a:noFill/>
            <a:ln>
              <a:noFill/>
            </a:ln>
          </p:spPr>
          <p:txBody>
            <a:bodyPr wrap="none" lIns="0" tIns="0" rIns="0" bIns="0" anchor="t" anchorCtr="0">
              <a:spAutoFit/>
            </a:bodyPr>
            <a:lstStyle/>
            <a:p>
              <a:pPr algn="l"/>
              <a:r>
                <a:rPr lang="zh-CN" sz="1200" dirty="0">
                  <a:solidFill>
                    <a:srgbClr val="5B6B7C"/>
                  </a:solidFill>
                  <a:latin typeface="+mn-lt"/>
                  <a:ea typeface="+mn-ea"/>
                  <a:cs typeface="+mn-cs"/>
                </a:rPr>
                <a:t>第二部 操作マニュアル</a:t>
              </a:r>
            </a:p>
          </p:txBody>
        </p:sp>
        <p:sp>
          <p:nvSpPr>
            <p:cNvPr id="41" name="TextBox 41"/>
            <p:cNvSpPr txBox="1"/>
            <p:nvPr/>
          </p:nvSpPr>
          <p:spPr>
            <a:xfrm>
              <a:off x="11627206" y="6461760"/>
              <a:ext cx="189890" cy="234696"/>
            </a:xfrm>
            <a:prstGeom prst="rect">
              <a:avLst/>
            </a:prstGeom>
            <a:noFill/>
            <a:ln>
              <a:noFill/>
            </a:ln>
          </p:spPr>
          <p:txBody>
            <a:bodyPr wrap="none" lIns="0" tIns="0" rIns="0" bIns="0" anchor="t" anchorCtr="0">
              <a:spAutoFit/>
            </a:bodyPr>
            <a:lstStyle/>
            <a:p>
              <a:pPr algn="r"/>
              <a:r>
                <a:rPr lang="en-US" sz="1200" dirty="0">
                  <a:solidFill>
                    <a:srgbClr val="5B6B7C"/>
                  </a:solidFill>
                  <a:latin typeface="+mn-lt"/>
                  <a:ea typeface="+mn-ea"/>
                  <a:cs typeface="+mn-cs"/>
                </a:rPr>
                <a:t>15</a:t>
              </a:r>
            </a:p>
          </p:txBody>
        </p:sp>
      </p:grpSp>
    </p:spTree>
  </p:cSld>
  <p:clrMapOvr>
    <a:masterClrMapping/>
  </p:clrMapOvr>
  <p:transition xmlns:p14="http://schemas.microsoft.com/office/powerpoint/2010/main" p14:dur="400">
    <p:fade/>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Group 6"/>
          <p:cNvGrpSpPr/>
          <p:nvPr/>
        </p:nvGrpSpPr>
        <p:grpSpPr>
          <a:xfrm>
            <a:off x="381000" y="476250"/>
            <a:ext cx="11430000" cy="657225"/>
            <a:chOff x="381000" y="476250"/>
            <a:chExt cx="11430000" cy="657225"/>
          </a:xfrm>
        </p:grpSpPr>
        <p:sp>
          <p:nvSpPr>
            <p:cNvPr id="2" name="Rectangle 2"/>
            <p:cNvSpPr/>
            <p:nvPr/>
          </p:nvSpPr>
          <p:spPr>
            <a:xfrm>
              <a:off x="381000" y="476250"/>
              <a:ext cx="2171700" cy="342900"/>
            </a:xfrm>
            <a:prstGeom prst="roundRect">
              <a:avLst>
                <a:gd name="adj" fmla="val 50000"/>
              </a:avLst>
            </a:prstGeom>
            <a:solidFill>
              <a:schemeClr val="accent1"/>
            </a:solidFill>
            <a:ln>
              <a:noFill/>
            </a:ln>
          </p:spPr>
        </p:sp>
        <p:sp>
          <p:nvSpPr>
            <p:cNvPr id="3" name="TextBox 3"/>
            <p:cNvSpPr txBox="1"/>
            <p:nvPr/>
          </p:nvSpPr>
          <p:spPr>
            <a:xfrm>
              <a:off x="443855" y="568642"/>
              <a:ext cx="2045990"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mn-lt"/>
                  <a:ea typeface="+mn-ea"/>
                  <a:cs typeface="+mn-cs"/>
                </a:rPr>
                <a:t>手順 2 · 依頼文を確認する</a:t>
              </a:r>
            </a:p>
          </p:txBody>
        </p:sp>
        <p:sp>
          <p:nvSpPr>
            <p:cNvPr id="4" name="TextBox 4"/>
            <p:cNvSpPr txBox="1"/>
            <p:nvPr/>
          </p:nvSpPr>
          <p:spPr>
            <a:xfrm>
              <a:off x="2708148" y="479108"/>
              <a:ext cx="5065913" cy="616077"/>
            </a:xfrm>
            <a:prstGeom prst="rect">
              <a:avLst/>
            </a:prstGeom>
            <a:noFill/>
            <a:ln>
              <a:noFill/>
            </a:ln>
          </p:spPr>
          <p:txBody>
            <a:bodyPr wrap="none" lIns="0" tIns="0" rIns="0" bIns="0" anchor="t" anchorCtr="0">
              <a:spAutoFit/>
            </a:bodyPr>
            <a:lstStyle/>
            <a:p>
              <a:pPr algn="l"/>
              <a:r>
                <a:rPr lang="zh-CN" sz="3150" b="1" dirty="0">
                  <a:solidFill>
                    <a:schemeClr val="dk1"/>
                  </a:solidFill>
                  <a:latin typeface="+mn-lt"/>
                  <a:ea typeface="+mn-ea"/>
                  <a:cs typeface="+mn-cs"/>
                </a:rPr>
                <a:t>AIへ送る依頼文を用意しました</a:t>
              </a:r>
            </a:p>
          </p:txBody>
        </p:sp>
        <p:sp>
          <p:nvSpPr>
            <p:cNvPr id="5" name="Line 5"/>
            <p:cNvSpPr/>
            <p:nvPr/>
          </p:nvSpPr>
          <p:spPr>
            <a:xfrm>
              <a:off x="381000" y="1123950"/>
              <a:ext cx="11430000" cy="9525"/>
            </a:xfrm>
            <a:custGeom>
              <a:avLst/>
              <a:gdLst/>
              <a:ahLst/>
              <a:cxnLst/>
              <a:rect l="l" t="t" r="r" b="b"/>
              <a:pathLst>
                <a:path w="11430000" h="9525">
                  <a:moveTo>
                    <a:pt x="0" y="0"/>
                  </a:moveTo>
                  <a:lnTo>
                    <a:pt x="11430000" y="0"/>
                  </a:lnTo>
                </a:path>
              </a:pathLst>
            </a:custGeom>
            <a:noFill/>
            <a:ln w="9525">
              <a:solidFill>
                <a:srgbClr val="E2E8F0"/>
              </a:solidFill>
            </a:ln>
          </p:spPr>
        </p:sp>
      </p:grpSp>
      <p:grpSp>
        <p:nvGrpSpPr>
          <p:cNvPr id="12" name="Group 12"/>
          <p:cNvGrpSpPr/>
          <p:nvPr/>
        </p:nvGrpSpPr>
        <p:grpSpPr>
          <a:xfrm>
            <a:off x="342900" y="1419225"/>
            <a:ext cx="5600700" cy="3817620"/>
            <a:chOff x="342900" y="1419225"/>
            <a:chExt cx="5600700" cy="3817620"/>
          </a:xfrm>
        </p:grpSpPr>
        <p:sp>
          <p:nvSpPr>
            <p:cNvPr id="7" name="TextBox 7"/>
            <p:cNvSpPr txBox="1"/>
            <p:nvPr/>
          </p:nvSpPr>
          <p:spPr>
            <a:xfrm>
              <a:off x="373380" y="1419225"/>
              <a:ext cx="1022366" cy="293370"/>
            </a:xfrm>
            <a:prstGeom prst="rect">
              <a:avLst/>
            </a:prstGeom>
            <a:noFill/>
            <a:ln>
              <a:noFill/>
            </a:ln>
          </p:spPr>
          <p:txBody>
            <a:bodyPr wrap="none" lIns="0" tIns="0" rIns="0" bIns="0" anchor="t" anchorCtr="0">
              <a:spAutoFit/>
            </a:bodyPr>
            <a:lstStyle/>
            <a:p>
              <a:pPr algn="l"/>
              <a:r>
                <a:rPr lang="zh-CN" sz="1500" b="1" dirty="0">
                  <a:solidFill>
                    <a:srgbClr val="5B6B7C"/>
                  </a:solidFill>
                  <a:latin typeface="+mn-lt"/>
                  <a:ea typeface="+mn-ea"/>
                  <a:cs typeface="+mn-cs"/>
                </a:rPr>
                <a:t>そのままの状態</a:t>
              </a:r>
            </a:p>
          </p:txBody>
        </p:sp>
        <p:sp>
          <p:nvSpPr>
            <p:cNvPr id="8" name="Rectangle 8"/>
            <p:cNvSpPr/>
            <p:nvPr/>
          </p:nvSpPr>
          <p:spPr>
            <a:xfrm>
              <a:off x="342900" y="1676400"/>
              <a:ext cx="5600700" cy="3181350"/>
            </a:xfrm>
            <a:prstGeom prst="roundRect">
              <a:avLst>
                <a:gd name="adj" fmla="val 4192"/>
              </a:avLst>
            </a:prstGeom>
            <a:solidFill>
              <a:schemeClr val="accent6"/>
            </a:solidFill>
            <a:ln>
              <a:noFill/>
            </a:ln>
          </p:spPr>
        </p:sp>
        <p:pic>
          <p:nvPicPr>
            <p:cNvPr id="9" name="Image 9"/>
            <p:cNvPicPr>
              <a:picLocks noChangeAspect="1"/>
            </p:cNvPicPr>
            <p:nvPr/>
          </p:nvPicPr>
          <p:blipFill>
            <a:blip r:embed="rId2"/>
            <a:stretch>
              <a:fillRect/>
            </a:stretch>
          </p:blipFill>
          <p:spPr>
            <a:xfrm>
              <a:off x="381000" y="1714500"/>
              <a:ext cx="5524500" cy="3105150"/>
            </a:xfrm>
            <a:prstGeom prst="roundRect">
              <a:avLst>
                <a:gd name="adj" fmla="val 3067"/>
              </a:avLst>
            </a:prstGeom>
          </p:spPr>
        </p:pic>
        <p:sp>
          <p:nvSpPr>
            <p:cNvPr id="10" name="Rectangle 10"/>
            <p:cNvSpPr/>
            <p:nvPr/>
          </p:nvSpPr>
          <p:spPr>
            <a:xfrm>
              <a:off x="381000" y="1714500"/>
              <a:ext cx="5524500" cy="3105150"/>
            </a:xfrm>
            <a:prstGeom prst="roundRect">
              <a:avLst>
                <a:gd name="adj" fmla="val 3067"/>
              </a:avLst>
            </a:prstGeom>
            <a:noFill/>
            <a:ln w="9525">
              <a:solidFill>
                <a:srgbClr val="E2E8F0"/>
              </a:solidFill>
            </a:ln>
          </p:spPr>
        </p:sp>
        <p:sp>
          <p:nvSpPr>
            <p:cNvPr id="11" name="TextBox 11"/>
            <p:cNvSpPr txBox="1"/>
            <p:nvPr/>
          </p:nvSpPr>
          <p:spPr>
            <a:xfrm>
              <a:off x="373380" y="4943475"/>
              <a:ext cx="3448050"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依頼文はできあがっています。そのまま進んで構いません</a:t>
              </a:r>
            </a:p>
          </p:txBody>
        </p:sp>
      </p:grpSp>
      <p:grpSp>
        <p:nvGrpSpPr>
          <p:cNvPr id="18" name="Group 18"/>
          <p:cNvGrpSpPr/>
          <p:nvPr/>
        </p:nvGrpSpPr>
        <p:grpSpPr>
          <a:xfrm>
            <a:off x="6248400" y="1419225"/>
            <a:ext cx="5600700" cy="3817620"/>
            <a:chOff x="6248400" y="1419225"/>
            <a:chExt cx="5600700" cy="3817620"/>
          </a:xfrm>
        </p:grpSpPr>
        <p:sp>
          <p:nvSpPr>
            <p:cNvPr id="13" name="TextBox 13"/>
            <p:cNvSpPr txBox="1"/>
            <p:nvPr/>
          </p:nvSpPr>
          <p:spPr>
            <a:xfrm>
              <a:off x="6278880" y="1419225"/>
              <a:ext cx="3142631" cy="293370"/>
            </a:xfrm>
            <a:prstGeom prst="rect">
              <a:avLst/>
            </a:prstGeom>
            <a:noFill/>
            <a:ln>
              <a:noFill/>
            </a:ln>
          </p:spPr>
          <p:txBody>
            <a:bodyPr wrap="none" lIns="0" tIns="0" rIns="0" bIns="0" anchor="t" anchorCtr="0">
              <a:spAutoFit/>
            </a:bodyPr>
            <a:lstStyle/>
            <a:p>
              <a:pPr algn="l"/>
              <a:r>
                <a:rPr lang="zh-CN" sz="1500" b="1" dirty="0">
                  <a:solidFill>
                    <a:srgbClr val="5B6B7C"/>
                  </a:solidFill>
                  <a:latin typeface="+mn-lt"/>
                  <a:ea typeface="+mn-ea"/>
                  <a:cs typeface="+mn-cs"/>
                </a:rPr>
                <a:t>「依頼文を確認・編集」を開いた状態</a:t>
              </a:r>
            </a:p>
          </p:txBody>
        </p:sp>
        <p:sp>
          <p:nvSpPr>
            <p:cNvPr id="14" name="Rectangle 14"/>
            <p:cNvSpPr/>
            <p:nvPr/>
          </p:nvSpPr>
          <p:spPr>
            <a:xfrm>
              <a:off x="6248400" y="1676400"/>
              <a:ext cx="5600700" cy="3181350"/>
            </a:xfrm>
            <a:prstGeom prst="roundRect">
              <a:avLst>
                <a:gd name="adj" fmla="val 4192"/>
              </a:avLst>
            </a:prstGeom>
            <a:solidFill>
              <a:schemeClr val="accent6"/>
            </a:solidFill>
            <a:ln>
              <a:noFill/>
            </a:ln>
          </p:spPr>
        </p:sp>
        <p:pic>
          <p:nvPicPr>
            <p:cNvPr id="15" name="Image 15"/>
            <p:cNvPicPr>
              <a:picLocks noChangeAspect="1"/>
            </p:cNvPicPr>
            <p:nvPr/>
          </p:nvPicPr>
          <p:blipFill>
            <a:blip r:embed="rId3"/>
            <a:stretch>
              <a:fillRect/>
            </a:stretch>
          </p:blipFill>
          <p:spPr>
            <a:xfrm>
              <a:off x="6286500" y="1714500"/>
              <a:ext cx="5524500" cy="3105150"/>
            </a:xfrm>
            <a:prstGeom prst="roundRect">
              <a:avLst>
                <a:gd name="adj" fmla="val 3067"/>
              </a:avLst>
            </a:prstGeom>
          </p:spPr>
        </p:pic>
        <p:sp>
          <p:nvSpPr>
            <p:cNvPr id="16" name="Rectangle 16"/>
            <p:cNvSpPr/>
            <p:nvPr/>
          </p:nvSpPr>
          <p:spPr>
            <a:xfrm>
              <a:off x="6286500" y="1714500"/>
              <a:ext cx="5524500" cy="3105150"/>
            </a:xfrm>
            <a:prstGeom prst="roundRect">
              <a:avLst>
                <a:gd name="adj" fmla="val 3067"/>
              </a:avLst>
            </a:prstGeom>
            <a:noFill/>
            <a:ln w="9525">
              <a:solidFill>
                <a:srgbClr val="E2E8F0"/>
              </a:solidFill>
            </a:ln>
          </p:spPr>
        </p:sp>
        <p:sp>
          <p:nvSpPr>
            <p:cNvPr id="17" name="TextBox 17"/>
            <p:cNvSpPr txBox="1"/>
            <p:nvPr/>
          </p:nvSpPr>
          <p:spPr>
            <a:xfrm>
              <a:off x="6278880" y="4943475"/>
              <a:ext cx="3094673"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直したいときだけ開きます。全文が編集できます</a:t>
              </a:r>
            </a:p>
          </p:txBody>
        </p:sp>
      </p:grpSp>
      <p:grpSp>
        <p:nvGrpSpPr>
          <p:cNvPr id="22" name="Group 22"/>
          <p:cNvGrpSpPr/>
          <p:nvPr/>
        </p:nvGrpSpPr>
        <p:grpSpPr>
          <a:xfrm>
            <a:off x="342900" y="5391150"/>
            <a:ext cx="11506200" cy="862584"/>
            <a:chOff x="342900" y="5391150"/>
            <a:chExt cx="11506200" cy="862584"/>
          </a:xfrm>
        </p:grpSpPr>
        <p:sp>
          <p:nvSpPr>
            <p:cNvPr id="19" name="Rectangle 19"/>
            <p:cNvSpPr/>
            <p:nvPr/>
          </p:nvSpPr>
          <p:spPr>
            <a:xfrm>
              <a:off x="342900" y="5391150"/>
              <a:ext cx="11506200" cy="819150"/>
            </a:xfrm>
            <a:prstGeom prst="roundRect">
              <a:avLst>
                <a:gd name="adj" fmla="val 16279"/>
              </a:avLst>
            </a:prstGeom>
            <a:solidFill>
              <a:schemeClr val="lt1"/>
            </a:solidFill>
            <a:ln w="19050">
              <a:solidFill>
                <a:schemeClr val="accent2"/>
              </a:solidFill>
            </a:ln>
          </p:spPr>
        </p:sp>
        <p:sp>
          <p:nvSpPr>
            <p:cNvPr id="20" name="Freeform 20"/>
            <p:cNvSpPr/>
            <p:nvPr/>
          </p:nvSpPr>
          <p:spPr>
            <a:xfrm>
              <a:off x="657919" y="5696783"/>
              <a:ext cx="265173" cy="230100"/>
            </a:xfrm>
            <a:custGeom>
              <a:avLst/>
              <a:gdLst/>
              <a:ahLst/>
              <a:cxnLst/>
              <a:rect l="l" t="t" r="r" b="b"/>
              <a:pathLst>
                <a:path w="265173" h="230100">
                  <a:moveTo>
                    <a:pt x="132656" y="0"/>
                  </a:moveTo>
                  <a:cubicBezTo>
                    <a:pt x="144026" y="0"/>
                    <a:pt x="154623" y="5560"/>
                    <a:pt x="161112" y="14847"/>
                  </a:cubicBezTo>
                  <a:lnTo>
                    <a:pt x="162362" y="16752"/>
                  </a:lnTo>
                  <a:lnTo>
                    <a:pt x="258969" y="178058"/>
                  </a:lnTo>
                  <a:cubicBezTo>
                    <a:pt x="264937" y="188394"/>
                    <a:pt x="265173" y="201073"/>
                    <a:pt x="259594" y="211624"/>
                  </a:cubicBezTo>
                  <a:cubicBezTo>
                    <a:pt x="254015" y="222175"/>
                    <a:pt x="243404" y="229118"/>
                    <a:pt x="231502" y="230005"/>
                  </a:cubicBezTo>
                  <a:lnTo>
                    <a:pt x="229180" y="230100"/>
                  </a:lnTo>
                  <a:lnTo>
                    <a:pt x="36001" y="230100"/>
                  </a:lnTo>
                  <a:cubicBezTo>
                    <a:pt x="24087" y="229966"/>
                    <a:pt x="13075" y="223728"/>
                    <a:pt x="6835" y="213578"/>
                  </a:cubicBezTo>
                  <a:cubicBezTo>
                    <a:pt x="595" y="203427"/>
                    <a:pt x="0" y="190785"/>
                    <a:pt x="5259" y="180094"/>
                  </a:cubicBezTo>
                  <a:lnTo>
                    <a:pt x="6438" y="177891"/>
                  </a:lnTo>
                  <a:lnTo>
                    <a:pt x="102997" y="16704"/>
                  </a:lnTo>
                  <a:cubicBezTo>
                    <a:pt x="109285" y="6336"/>
                    <a:pt x="120530" y="3"/>
                    <a:pt x="132656" y="0"/>
                  </a:cubicBezTo>
                  <a:close/>
                  <a:moveTo>
                    <a:pt x="132775" y="158710"/>
                  </a:moveTo>
                  <a:lnTo>
                    <a:pt x="131263" y="158794"/>
                  </a:lnTo>
                  <a:cubicBezTo>
                    <a:pt x="125273" y="159506"/>
                    <a:pt x="120763" y="164585"/>
                    <a:pt x="120763" y="170617"/>
                  </a:cubicBezTo>
                  <a:cubicBezTo>
                    <a:pt x="120763" y="176648"/>
                    <a:pt x="125273" y="181727"/>
                    <a:pt x="131263" y="182439"/>
                  </a:cubicBezTo>
                  <a:lnTo>
                    <a:pt x="132656" y="182523"/>
                  </a:lnTo>
                  <a:lnTo>
                    <a:pt x="134168" y="182439"/>
                  </a:lnTo>
                  <a:cubicBezTo>
                    <a:pt x="140157" y="181727"/>
                    <a:pt x="144668" y="176648"/>
                    <a:pt x="144668" y="170617"/>
                  </a:cubicBezTo>
                  <a:cubicBezTo>
                    <a:pt x="144668" y="164585"/>
                    <a:pt x="140157" y="159506"/>
                    <a:pt x="134168" y="158794"/>
                  </a:cubicBezTo>
                  <a:lnTo>
                    <a:pt x="132775" y="158710"/>
                  </a:lnTo>
                  <a:close/>
                  <a:moveTo>
                    <a:pt x="132656" y="75367"/>
                  </a:moveTo>
                  <a:cubicBezTo>
                    <a:pt x="126620" y="75367"/>
                    <a:pt x="121539" y="79885"/>
                    <a:pt x="120833" y="85880"/>
                  </a:cubicBezTo>
                  <a:lnTo>
                    <a:pt x="120750" y="87273"/>
                  </a:lnTo>
                  <a:lnTo>
                    <a:pt x="120750" y="134898"/>
                  </a:lnTo>
                  <a:lnTo>
                    <a:pt x="120833" y="136291"/>
                  </a:lnTo>
                  <a:cubicBezTo>
                    <a:pt x="121545" y="142280"/>
                    <a:pt x="126624" y="146791"/>
                    <a:pt x="132656" y="146791"/>
                  </a:cubicBezTo>
                  <a:cubicBezTo>
                    <a:pt x="138688" y="146791"/>
                    <a:pt x="143766" y="142280"/>
                    <a:pt x="144479" y="136291"/>
                  </a:cubicBezTo>
                  <a:lnTo>
                    <a:pt x="144562" y="134898"/>
                  </a:lnTo>
                  <a:lnTo>
                    <a:pt x="144562" y="87273"/>
                  </a:lnTo>
                  <a:lnTo>
                    <a:pt x="144479" y="85880"/>
                  </a:lnTo>
                  <a:cubicBezTo>
                    <a:pt x="143773" y="79885"/>
                    <a:pt x="138692" y="75367"/>
                    <a:pt x="132656" y="75367"/>
                  </a:cubicBezTo>
                  <a:close/>
                </a:path>
              </a:pathLst>
            </a:custGeom>
            <a:solidFill>
              <a:schemeClr val="accent2"/>
            </a:solidFill>
            <a:ln>
              <a:noFill/>
            </a:ln>
          </p:spPr>
        </p:sp>
        <p:sp>
          <p:nvSpPr>
            <p:cNvPr id="21" name="TextBox 21"/>
            <p:cNvSpPr txBox="1"/>
            <p:nvPr/>
          </p:nvSpPr>
          <p:spPr>
            <a:xfrm>
              <a:off x="1095756" y="5577840"/>
              <a:ext cx="3984498" cy="675894"/>
            </a:xfrm>
            <a:prstGeom prst="rect">
              <a:avLst/>
            </a:prstGeom>
            <a:noFill/>
            <a:ln>
              <a:noFill/>
            </a:ln>
          </p:spPr>
          <p:txBody>
            <a:bodyPr wrap="square" lIns="0" tIns="0" rIns="0" bIns="0" anchor="t" anchorCtr="0"/>
            <a:lstStyle/>
            <a:p>
              <a:pPr algn="l">
                <a:lnSpc>
                  <a:spcPts val="2550"/>
                </a:lnSpc>
              </a:pPr>
              <a:r>
                <a:rPr lang="zh-CN" sz="1800" b="1" dirty="0">
                  <a:solidFill>
                    <a:schemeClr val="dk1"/>
                  </a:solidFill>
                  <a:latin typeface="+mn-lt"/>
                  <a:ea typeface="+mn-ea"/>
                  <a:cs typeface="+mn-cs"/>
                </a:rPr>
                <a:t>依頼文には毎回変わる依頼番号が入ります。</a:t>
              </a:r>
              <a:r>
                <a:rPr lang="zh-CN" sz="1800" dirty="0">
                  <a:solidFill>
                    <a:schemeClr val="dk1"/>
                  </a:solidFill>
                  <a:latin typeface="+mn-lt"/>
                  <a:ea typeface="+mn-ea"/>
                  <a:cs typeface="+mn-cs"/>
                </a:rPr>
                <a:t>取り込むときの照合に使うので、消さないでください。</a:t>
              </a:r>
            </a:p>
          </p:txBody>
        </p:sp>
      </p:grpSp>
      <p:grpSp>
        <p:nvGrpSpPr>
          <p:cNvPr id="25" name="Group 25"/>
          <p:cNvGrpSpPr/>
          <p:nvPr/>
        </p:nvGrpSpPr>
        <p:grpSpPr>
          <a:xfrm>
            <a:off x="374904" y="6461760"/>
            <a:ext cx="11442192" cy="234696"/>
            <a:chOff x="374904" y="6461760"/>
            <a:chExt cx="11442192" cy="234696"/>
          </a:xfrm>
        </p:grpSpPr>
        <p:sp>
          <p:nvSpPr>
            <p:cNvPr id="23" name="TextBox 23"/>
            <p:cNvSpPr txBox="1"/>
            <p:nvPr/>
          </p:nvSpPr>
          <p:spPr>
            <a:xfrm>
              <a:off x="374904" y="6461760"/>
              <a:ext cx="1312621" cy="234696"/>
            </a:xfrm>
            <a:prstGeom prst="rect">
              <a:avLst/>
            </a:prstGeom>
            <a:noFill/>
            <a:ln>
              <a:noFill/>
            </a:ln>
          </p:spPr>
          <p:txBody>
            <a:bodyPr wrap="none" lIns="0" tIns="0" rIns="0" bIns="0" anchor="t" anchorCtr="0">
              <a:spAutoFit/>
            </a:bodyPr>
            <a:lstStyle/>
            <a:p>
              <a:pPr algn="l"/>
              <a:r>
                <a:rPr lang="zh-CN" sz="1200" dirty="0">
                  <a:solidFill>
                    <a:srgbClr val="5B6B7C"/>
                  </a:solidFill>
                  <a:latin typeface="+mn-lt"/>
                  <a:ea typeface="+mn-ea"/>
                  <a:cs typeface="+mn-cs"/>
                </a:rPr>
                <a:t>第二部 操作マニュアル</a:t>
              </a:r>
            </a:p>
          </p:txBody>
        </p:sp>
        <p:sp>
          <p:nvSpPr>
            <p:cNvPr id="24" name="TextBox 24"/>
            <p:cNvSpPr txBox="1"/>
            <p:nvPr/>
          </p:nvSpPr>
          <p:spPr>
            <a:xfrm>
              <a:off x="11627206" y="6461760"/>
              <a:ext cx="189890" cy="234696"/>
            </a:xfrm>
            <a:prstGeom prst="rect">
              <a:avLst/>
            </a:prstGeom>
            <a:noFill/>
            <a:ln>
              <a:noFill/>
            </a:ln>
          </p:spPr>
          <p:txBody>
            <a:bodyPr wrap="none" lIns="0" tIns="0" rIns="0" bIns="0" anchor="t" anchorCtr="0">
              <a:spAutoFit/>
            </a:bodyPr>
            <a:lstStyle/>
            <a:p>
              <a:pPr algn="r"/>
              <a:r>
                <a:rPr lang="en-US" sz="1200" dirty="0">
                  <a:solidFill>
                    <a:srgbClr val="5B6B7C"/>
                  </a:solidFill>
                  <a:latin typeface="+mn-lt"/>
                  <a:ea typeface="+mn-ea"/>
                  <a:cs typeface="+mn-cs"/>
                </a:rPr>
                <a:t>16</a:t>
              </a:r>
            </a:p>
          </p:txBody>
        </p:sp>
      </p:grpSp>
    </p:spTree>
  </p:cSld>
  <p:clrMapOvr>
    <a:masterClrMapping/>
  </p:clrMapOvr>
  <p:transition xmlns:p14="http://schemas.microsoft.com/office/powerpoint/2010/main" p14:dur="400">
    <p:fade/>
  </p:transition>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Group 6"/>
          <p:cNvGrpSpPr/>
          <p:nvPr/>
        </p:nvGrpSpPr>
        <p:grpSpPr>
          <a:xfrm>
            <a:off x="381000" y="476250"/>
            <a:ext cx="11430000" cy="657225"/>
            <a:chOff x="381000" y="476250"/>
            <a:chExt cx="11430000" cy="657225"/>
          </a:xfrm>
        </p:grpSpPr>
        <p:sp>
          <p:nvSpPr>
            <p:cNvPr id="2" name="Rectangle 2"/>
            <p:cNvSpPr/>
            <p:nvPr/>
          </p:nvSpPr>
          <p:spPr>
            <a:xfrm>
              <a:off x="381000" y="476250"/>
              <a:ext cx="1676400" cy="342900"/>
            </a:xfrm>
            <a:prstGeom prst="roundRect">
              <a:avLst>
                <a:gd name="adj" fmla="val 50000"/>
              </a:avLst>
            </a:prstGeom>
            <a:solidFill>
              <a:schemeClr val="accent1"/>
            </a:solidFill>
            <a:ln>
              <a:noFill/>
            </a:ln>
          </p:spPr>
        </p:sp>
        <p:sp>
          <p:nvSpPr>
            <p:cNvPr id="3" name="TextBox 3"/>
            <p:cNvSpPr txBox="1"/>
            <p:nvPr/>
          </p:nvSpPr>
          <p:spPr>
            <a:xfrm>
              <a:off x="481451" y="568642"/>
              <a:ext cx="1475499"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mn-lt"/>
                  <a:ea typeface="+mn-ea"/>
                  <a:cs typeface="+mn-cs"/>
                </a:rPr>
                <a:t>手順 2 · AI へ渡す</a:t>
              </a:r>
            </a:p>
          </p:txBody>
        </p:sp>
        <p:sp>
          <p:nvSpPr>
            <p:cNvPr id="4" name="TextBox 4"/>
            <p:cNvSpPr txBox="1"/>
            <p:nvPr/>
          </p:nvSpPr>
          <p:spPr>
            <a:xfrm>
              <a:off x="2212848" y="479108"/>
              <a:ext cx="4642500" cy="616077"/>
            </a:xfrm>
            <a:prstGeom prst="rect">
              <a:avLst/>
            </a:prstGeom>
            <a:noFill/>
            <a:ln>
              <a:noFill/>
            </a:ln>
          </p:spPr>
          <p:txBody>
            <a:bodyPr wrap="none" lIns="0" tIns="0" rIns="0" bIns="0" anchor="t" anchorCtr="0">
              <a:spAutoFit/>
            </a:bodyPr>
            <a:lstStyle/>
            <a:p>
              <a:pPr algn="l"/>
              <a:r>
                <a:rPr lang="zh-CN" sz="3150" b="1" dirty="0">
                  <a:solidFill>
                    <a:schemeClr val="dk1"/>
                  </a:solidFill>
                  <a:latin typeface="+mn-lt"/>
                  <a:ea typeface="+mn-ea"/>
                  <a:cs typeface="+mn-cs"/>
                </a:rPr>
                <a:t>AIチャットへ改修を依頼します</a:t>
              </a:r>
            </a:p>
          </p:txBody>
        </p:sp>
        <p:sp>
          <p:nvSpPr>
            <p:cNvPr id="5" name="Line 5"/>
            <p:cNvSpPr/>
            <p:nvPr/>
          </p:nvSpPr>
          <p:spPr>
            <a:xfrm>
              <a:off x="381000" y="1123950"/>
              <a:ext cx="11430000" cy="9525"/>
            </a:xfrm>
            <a:custGeom>
              <a:avLst/>
              <a:gdLst/>
              <a:ahLst/>
              <a:cxnLst/>
              <a:rect l="l" t="t" r="r" b="b"/>
              <a:pathLst>
                <a:path w="11430000" h="9525">
                  <a:moveTo>
                    <a:pt x="0" y="0"/>
                  </a:moveTo>
                  <a:lnTo>
                    <a:pt x="11430000" y="0"/>
                  </a:lnTo>
                </a:path>
              </a:pathLst>
            </a:custGeom>
            <a:noFill/>
            <a:ln w="9525">
              <a:solidFill>
                <a:srgbClr val="E2E8F0"/>
              </a:solidFill>
            </a:ln>
          </p:spPr>
        </p:sp>
      </p:grpSp>
      <p:grpSp>
        <p:nvGrpSpPr>
          <p:cNvPr id="10" name="Group 10"/>
          <p:cNvGrpSpPr/>
          <p:nvPr/>
        </p:nvGrpSpPr>
        <p:grpSpPr>
          <a:xfrm>
            <a:off x="342900" y="1371600"/>
            <a:ext cx="6477000" cy="3676650"/>
            <a:chOff x="342900" y="1371600"/>
            <a:chExt cx="6477000" cy="3676650"/>
          </a:xfrm>
        </p:grpSpPr>
        <p:sp>
          <p:nvSpPr>
            <p:cNvPr id="7" name="Rectangle 7"/>
            <p:cNvSpPr/>
            <p:nvPr/>
          </p:nvSpPr>
          <p:spPr>
            <a:xfrm>
              <a:off x="342900" y="1371600"/>
              <a:ext cx="6477000" cy="3676650"/>
            </a:xfrm>
            <a:prstGeom prst="roundRect">
              <a:avLst>
                <a:gd name="adj" fmla="val 3627"/>
              </a:avLst>
            </a:prstGeom>
            <a:solidFill>
              <a:schemeClr val="accent6"/>
            </a:solidFill>
            <a:ln>
              <a:noFill/>
            </a:ln>
          </p:spPr>
        </p:sp>
        <p:pic>
          <p:nvPicPr>
            <p:cNvPr id="8" name="Image 8"/>
            <p:cNvPicPr>
              <a:picLocks noChangeAspect="1"/>
            </p:cNvPicPr>
            <p:nvPr/>
          </p:nvPicPr>
          <p:blipFill>
            <a:blip r:embed="rId2"/>
            <a:stretch>
              <a:fillRect/>
            </a:stretch>
          </p:blipFill>
          <p:spPr>
            <a:xfrm>
              <a:off x="381000" y="1409700"/>
              <a:ext cx="6400800" cy="3600450"/>
            </a:xfrm>
            <a:prstGeom prst="roundRect">
              <a:avLst>
                <a:gd name="adj" fmla="val 2645"/>
              </a:avLst>
            </a:prstGeom>
          </p:spPr>
        </p:pic>
        <p:sp>
          <p:nvSpPr>
            <p:cNvPr id="9" name="Rectangle 9"/>
            <p:cNvSpPr/>
            <p:nvPr/>
          </p:nvSpPr>
          <p:spPr>
            <a:xfrm>
              <a:off x="381000" y="1409700"/>
              <a:ext cx="6400800" cy="3600450"/>
            </a:xfrm>
            <a:prstGeom prst="roundRect">
              <a:avLst>
                <a:gd name="adj" fmla="val 2646"/>
              </a:avLst>
            </a:prstGeom>
            <a:noFill/>
            <a:ln w="9525">
              <a:solidFill>
                <a:srgbClr val="E2E8F0"/>
              </a:solidFill>
            </a:ln>
          </p:spPr>
        </p:sp>
      </p:grpSp>
      <p:grpSp>
        <p:nvGrpSpPr>
          <p:cNvPr id="14" name="Group 14"/>
          <p:cNvGrpSpPr/>
          <p:nvPr/>
        </p:nvGrpSpPr>
        <p:grpSpPr>
          <a:xfrm>
            <a:off x="342900" y="5238750"/>
            <a:ext cx="6477000" cy="971550"/>
            <a:chOff x="342900" y="5238750"/>
            <a:chExt cx="6477000" cy="971550"/>
          </a:xfrm>
        </p:grpSpPr>
        <p:sp>
          <p:nvSpPr>
            <p:cNvPr id="11" name="Rectangle 11"/>
            <p:cNvSpPr/>
            <p:nvPr/>
          </p:nvSpPr>
          <p:spPr>
            <a:xfrm>
              <a:off x="342900" y="5238750"/>
              <a:ext cx="6477000" cy="971550"/>
            </a:xfrm>
            <a:prstGeom prst="roundRect">
              <a:avLst>
                <a:gd name="adj" fmla="val 13725"/>
              </a:avLst>
            </a:prstGeom>
            <a:solidFill>
              <a:schemeClr val="accent6"/>
            </a:solidFill>
            <a:ln>
              <a:noFill/>
            </a:ln>
          </p:spPr>
        </p:sp>
        <p:sp>
          <p:nvSpPr>
            <p:cNvPr id="12" name="TextBox 12"/>
            <p:cNvSpPr txBox="1"/>
            <p:nvPr/>
          </p:nvSpPr>
          <p:spPr>
            <a:xfrm>
              <a:off x="582930" y="5343525"/>
              <a:ext cx="1308602" cy="293370"/>
            </a:xfrm>
            <a:prstGeom prst="rect">
              <a:avLst/>
            </a:prstGeom>
            <a:noFill/>
            <a:ln>
              <a:noFill/>
            </a:ln>
          </p:spPr>
          <p:txBody>
            <a:bodyPr wrap="none" lIns="0" tIns="0" rIns="0" bIns="0" anchor="t" anchorCtr="0">
              <a:spAutoFit/>
            </a:bodyPr>
            <a:lstStyle/>
            <a:p>
              <a:pPr algn="l"/>
              <a:r>
                <a:rPr lang="zh-CN" sz="1500" b="1" dirty="0">
                  <a:solidFill>
                    <a:srgbClr val="5B6B7C"/>
                  </a:solidFill>
                  <a:latin typeface="+mn-lt"/>
                  <a:ea typeface="+mn-ea"/>
                  <a:cs typeface="+mn-cs"/>
                </a:rPr>
                <a:t>画面に出る案内</a:t>
              </a:r>
            </a:p>
          </p:txBody>
        </p:sp>
        <p:sp>
          <p:nvSpPr>
            <p:cNvPr id="13" name="TextBox 13"/>
            <p:cNvSpPr txBox="1"/>
            <p:nvPr/>
          </p:nvSpPr>
          <p:spPr>
            <a:xfrm>
              <a:off x="582930" y="5648325"/>
              <a:ext cx="4053840" cy="560070"/>
            </a:xfrm>
            <a:prstGeom prst="rect">
              <a:avLst/>
            </a:prstGeom>
            <a:noFill/>
            <a:ln>
              <a:noFill/>
            </a:ln>
          </p:spPr>
          <p:txBody>
            <a:bodyPr wrap="square" lIns="0" tIns="0" rIns="0" bIns="0" anchor="t" anchorCtr="0"/>
            <a:lstStyle/>
            <a:p>
              <a:pPr algn="l">
                <a:lnSpc>
                  <a:spcPts val="2100"/>
                </a:lnSpc>
              </a:pPr>
              <a:r>
                <a:rPr lang="zh-CN" sz="1500" dirty="0">
                  <a:solidFill>
                    <a:schemeClr val="dk1"/>
                  </a:solidFill>
                  <a:latin typeface="+mn-lt"/>
                  <a:ea typeface="+mn-ea"/>
                  <a:cs typeface="+mn-cs"/>
                </a:rPr>
                <a:t>マクロが読み書きするExcelシートやファイルがあれば、それも一緒にAIチャットへ添付すると、より正確な回答が得られます。</a:t>
              </a:r>
            </a:p>
          </p:txBody>
        </p:sp>
      </p:grpSp>
      <p:grpSp>
        <p:nvGrpSpPr>
          <p:cNvPr id="25" name="Group 25"/>
          <p:cNvGrpSpPr/>
          <p:nvPr/>
        </p:nvGrpSpPr>
        <p:grpSpPr>
          <a:xfrm>
            <a:off x="7002780" y="1419225"/>
            <a:ext cx="3982974" cy="2853309"/>
            <a:chOff x="7002780" y="1419225"/>
            <a:chExt cx="3982974" cy="2853309"/>
          </a:xfrm>
        </p:grpSpPr>
        <p:sp>
          <p:nvSpPr>
            <p:cNvPr id="15" name="TextBox 15"/>
            <p:cNvSpPr txBox="1"/>
            <p:nvPr/>
          </p:nvSpPr>
          <p:spPr>
            <a:xfrm>
              <a:off x="7002780" y="1419225"/>
              <a:ext cx="3387471" cy="293370"/>
            </a:xfrm>
            <a:prstGeom prst="rect">
              <a:avLst/>
            </a:prstGeom>
            <a:noFill/>
            <a:ln>
              <a:noFill/>
            </a:ln>
          </p:spPr>
          <p:txBody>
            <a:bodyPr wrap="none" lIns="0" tIns="0" rIns="0" bIns="0" anchor="t" anchorCtr="0">
              <a:spAutoFit/>
            </a:bodyPr>
            <a:lstStyle/>
            <a:p>
              <a:pPr algn="l"/>
              <a:r>
                <a:rPr lang="zh-CN" sz="1500" dirty="0">
                  <a:solidFill>
                    <a:srgbClr val="5B6B7C"/>
                  </a:solidFill>
                  <a:latin typeface="+mn-lt"/>
                  <a:ea typeface="+mn-ea"/>
                  <a:cs typeface="+mn-cs"/>
                </a:rPr>
                <a:t>［次へ］を押した時点で専用フォルダが作られます</a:t>
              </a:r>
            </a:p>
          </p:txBody>
        </p:sp>
        <p:sp>
          <p:nvSpPr>
            <p:cNvPr id="16" name="Ellipse 16"/>
            <p:cNvSpPr/>
            <p:nvPr/>
          </p:nvSpPr>
          <p:spPr>
            <a:xfrm>
              <a:off x="7058025" y="1819275"/>
              <a:ext cx="361950" cy="361950"/>
            </a:xfrm>
            <a:prstGeom prst="ellipse">
              <a:avLst/>
            </a:prstGeom>
            <a:solidFill>
              <a:schemeClr val="accent1"/>
            </a:solidFill>
            <a:ln>
              <a:noFill/>
            </a:ln>
          </p:spPr>
        </p:sp>
        <p:sp>
          <p:nvSpPr>
            <p:cNvPr id="17" name="TextBox 17"/>
            <p:cNvSpPr txBox="1"/>
            <p:nvPr/>
          </p:nvSpPr>
          <p:spPr>
            <a:xfrm>
              <a:off x="7173073" y="1914525"/>
              <a:ext cx="131855" cy="293370"/>
            </a:xfrm>
            <a:prstGeom prst="rect">
              <a:avLst/>
            </a:prstGeom>
            <a:noFill/>
            <a:ln>
              <a:noFill/>
            </a:ln>
          </p:spPr>
          <p:txBody>
            <a:bodyPr wrap="none" lIns="0" tIns="0" rIns="0" bIns="0" anchor="t" anchorCtr="0">
              <a:spAutoFit/>
            </a:bodyPr>
            <a:lstStyle/>
            <a:p>
              <a:pPr algn="ctr"/>
              <a:r>
                <a:rPr lang="en-US" sz="1500" b="1" dirty="0">
                  <a:solidFill>
                    <a:srgbClr val="FFFFFF"/>
                  </a:solidFill>
                  <a:latin typeface="+mn-lt"/>
                  <a:ea typeface="+mn-ea"/>
                  <a:cs typeface="+mn-cs"/>
                </a:rPr>
                <a:t>1</a:t>
              </a:r>
            </a:p>
          </p:txBody>
        </p:sp>
        <p:sp>
          <p:nvSpPr>
            <p:cNvPr id="18" name="TextBox 18"/>
            <p:cNvSpPr txBox="1"/>
            <p:nvPr/>
          </p:nvSpPr>
          <p:spPr>
            <a:xfrm>
              <a:off x="7572756" y="1882140"/>
              <a:ext cx="2372868" cy="675894"/>
            </a:xfrm>
            <a:prstGeom prst="rect">
              <a:avLst/>
            </a:prstGeom>
            <a:noFill/>
            <a:ln>
              <a:noFill/>
            </a:ln>
          </p:spPr>
          <p:txBody>
            <a:bodyPr wrap="square" lIns="0" tIns="0" rIns="0" bIns="0" anchor="t" anchorCtr="0"/>
            <a:lstStyle/>
            <a:p>
              <a:pPr algn="l">
                <a:lnSpc>
                  <a:spcPts val="2550"/>
                </a:lnSpc>
              </a:pPr>
              <a:r>
                <a:rPr lang="zh-CN" sz="1800" dirty="0">
                  <a:solidFill>
                    <a:schemeClr val="dk1"/>
                  </a:solidFill>
                  <a:latin typeface="+mn-lt"/>
                  <a:ea typeface="+mn-ea"/>
                  <a:cs typeface="+mn-cs"/>
                </a:rPr>
                <a:t>［依頼文をコピー］を押す。クリップボードに入ります。</a:t>
              </a:r>
            </a:p>
          </p:txBody>
        </p:sp>
        <p:sp>
          <p:nvSpPr>
            <p:cNvPr id="19" name="Ellipse 19"/>
            <p:cNvSpPr/>
            <p:nvPr/>
          </p:nvSpPr>
          <p:spPr>
            <a:xfrm>
              <a:off x="7058025" y="2676525"/>
              <a:ext cx="361950" cy="361950"/>
            </a:xfrm>
            <a:prstGeom prst="ellipse">
              <a:avLst/>
            </a:prstGeom>
            <a:solidFill>
              <a:schemeClr val="accent1"/>
            </a:solidFill>
            <a:ln>
              <a:noFill/>
            </a:ln>
          </p:spPr>
        </p:sp>
        <p:sp>
          <p:nvSpPr>
            <p:cNvPr id="20" name="TextBox 20"/>
            <p:cNvSpPr txBox="1"/>
            <p:nvPr/>
          </p:nvSpPr>
          <p:spPr>
            <a:xfrm>
              <a:off x="7173073" y="2771775"/>
              <a:ext cx="131855" cy="293370"/>
            </a:xfrm>
            <a:prstGeom prst="rect">
              <a:avLst/>
            </a:prstGeom>
            <a:noFill/>
            <a:ln>
              <a:noFill/>
            </a:ln>
          </p:spPr>
          <p:txBody>
            <a:bodyPr wrap="none" lIns="0" tIns="0" rIns="0" bIns="0" anchor="t" anchorCtr="0">
              <a:spAutoFit/>
            </a:bodyPr>
            <a:lstStyle/>
            <a:p>
              <a:pPr algn="ctr"/>
              <a:r>
                <a:rPr lang="en-US" sz="1500" b="1" dirty="0">
                  <a:solidFill>
                    <a:srgbClr val="FFFFFF"/>
                  </a:solidFill>
                  <a:latin typeface="+mn-lt"/>
                  <a:ea typeface="+mn-ea"/>
                  <a:cs typeface="+mn-cs"/>
                </a:rPr>
                <a:t>2</a:t>
              </a:r>
            </a:p>
          </p:txBody>
        </p:sp>
        <p:sp>
          <p:nvSpPr>
            <p:cNvPr id="21" name="TextBox 21"/>
            <p:cNvSpPr txBox="1"/>
            <p:nvPr/>
          </p:nvSpPr>
          <p:spPr>
            <a:xfrm>
              <a:off x="7572756" y="2739390"/>
              <a:ext cx="2750058" cy="675894"/>
            </a:xfrm>
            <a:prstGeom prst="rect">
              <a:avLst/>
            </a:prstGeom>
            <a:noFill/>
            <a:ln>
              <a:noFill/>
            </a:ln>
          </p:spPr>
          <p:txBody>
            <a:bodyPr wrap="square" lIns="0" tIns="0" rIns="0" bIns="0" anchor="t" anchorCtr="0"/>
            <a:lstStyle/>
            <a:p>
              <a:pPr algn="l">
                <a:lnSpc>
                  <a:spcPts val="2550"/>
                </a:lnSpc>
              </a:pPr>
              <a:r>
                <a:rPr lang="zh-CN" sz="1800" dirty="0">
                  <a:solidFill>
                    <a:schemeClr val="dk1"/>
                  </a:solidFill>
                  <a:latin typeface="+mn-lt"/>
                  <a:ea typeface="+mn-ea"/>
                  <a:cs typeface="+mn-cs"/>
                </a:rPr>
                <a:t>［ファイルの場所を開く］を押す。エクスプローラーが開きます。</a:t>
              </a:r>
            </a:p>
          </p:txBody>
        </p:sp>
        <p:sp>
          <p:nvSpPr>
            <p:cNvPr id="22" name="Ellipse 22"/>
            <p:cNvSpPr/>
            <p:nvPr/>
          </p:nvSpPr>
          <p:spPr>
            <a:xfrm>
              <a:off x="7058025" y="3533775"/>
              <a:ext cx="361950" cy="361950"/>
            </a:xfrm>
            <a:prstGeom prst="ellipse">
              <a:avLst/>
            </a:prstGeom>
            <a:solidFill>
              <a:schemeClr val="accent1"/>
            </a:solidFill>
            <a:ln>
              <a:noFill/>
            </a:ln>
          </p:spPr>
        </p:sp>
        <p:sp>
          <p:nvSpPr>
            <p:cNvPr id="23" name="TextBox 23"/>
            <p:cNvSpPr txBox="1"/>
            <p:nvPr/>
          </p:nvSpPr>
          <p:spPr>
            <a:xfrm>
              <a:off x="7173073" y="3629025"/>
              <a:ext cx="131855" cy="293370"/>
            </a:xfrm>
            <a:prstGeom prst="rect">
              <a:avLst/>
            </a:prstGeom>
            <a:noFill/>
            <a:ln>
              <a:noFill/>
            </a:ln>
          </p:spPr>
          <p:txBody>
            <a:bodyPr wrap="none" lIns="0" tIns="0" rIns="0" bIns="0" anchor="t" anchorCtr="0">
              <a:spAutoFit/>
            </a:bodyPr>
            <a:lstStyle/>
            <a:p>
              <a:pPr algn="ctr"/>
              <a:r>
                <a:rPr lang="en-US" sz="1500" b="1" dirty="0">
                  <a:solidFill>
                    <a:srgbClr val="FFFFFF"/>
                  </a:solidFill>
                  <a:latin typeface="+mn-lt"/>
                  <a:ea typeface="+mn-ea"/>
                  <a:cs typeface="+mn-cs"/>
                </a:rPr>
                <a:t>3</a:t>
              </a:r>
            </a:p>
          </p:txBody>
        </p:sp>
        <p:sp>
          <p:nvSpPr>
            <p:cNvPr id="24" name="TextBox 24"/>
            <p:cNvSpPr txBox="1"/>
            <p:nvPr/>
          </p:nvSpPr>
          <p:spPr>
            <a:xfrm>
              <a:off x="7572756" y="3596640"/>
              <a:ext cx="3412998" cy="675894"/>
            </a:xfrm>
            <a:prstGeom prst="rect">
              <a:avLst/>
            </a:prstGeom>
            <a:noFill/>
            <a:ln>
              <a:noFill/>
            </a:ln>
          </p:spPr>
          <p:txBody>
            <a:bodyPr wrap="square" lIns="0" tIns="0" rIns="0" bIns="0" anchor="t" anchorCtr="0"/>
            <a:lstStyle/>
            <a:p>
              <a:pPr algn="l">
                <a:lnSpc>
                  <a:spcPts val="2550"/>
                </a:lnSpc>
              </a:pPr>
              <a:r>
                <a:rPr lang="zh-CN" sz="1800" dirty="0">
                  <a:solidFill>
                    <a:schemeClr val="dk1"/>
                  </a:solidFill>
                  <a:latin typeface="+mn-lt"/>
                  <a:ea typeface="+mn-ea"/>
                  <a:cs typeface="+mn-cs"/>
                </a:rPr>
                <a:t>AIチャットに貼り付け、source-code.md を添付して送信。</a:t>
              </a:r>
            </a:p>
          </p:txBody>
        </p:sp>
      </p:grpSp>
      <p:grpSp>
        <p:nvGrpSpPr>
          <p:cNvPr id="30" name="Group 30"/>
          <p:cNvGrpSpPr/>
          <p:nvPr/>
        </p:nvGrpSpPr>
        <p:grpSpPr>
          <a:xfrm>
            <a:off x="7003542" y="4400550"/>
            <a:ext cx="2750058" cy="1889951"/>
            <a:chOff x="7003542" y="4400550"/>
            <a:chExt cx="2750058" cy="1889951"/>
          </a:xfrm>
        </p:grpSpPr>
        <p:sp>
          <p:nvSpPr>
            <p:cNvPr id="26" name="Rectangle 26"/>
            <p:cNvSpPr/>
            <p:nvPr/>
          </p:nvSpPr>
          <p:spPr>
            <a:xfrm>
              <a:off x="7010400" y="4400550"/>
              <a:ext cx="2743200" cy="1581150"/>
            </a:xfrm>
            <a:prstGeom prst="roundRect">
              <a:avLst>
                <a:gd name="adj" fmla="val 7229"/>
              </a:avLst>
            </a:prstGeom>
            <a:solidFill>
              <a:schemeClr val="accent6"/>
            </a:solidFill>
            <a:ln>
              <a:noFill/>
            </a:ln>
          </p:spPr>
        </p:sp>
        <p:pic>
          <p:nvPicPr>
            <p:cNvPr id="27" name="Image 27"/>
            <p:cNvPicPr>
              <a:picLocks noChangeAspect="1"/>
            </p:cNvPicPr>
            <p:nvPr/>
          </p:nvPicPr>
          <p:blipFill>
            <a:blip r:embed="rId3"/>
            <a:stretch>
              <a:fillRect/>
            </a:stretch>
          </p:blipFill>
          <p:spPr>
            <a:xfrm>
              <a:off x="7048500" y="4438650"/>
              <a:ext cx="2667000" cy="1504950"/>
            </a:xfrm>
            <a:prstGeom prst="roundRect">
              <a:avLst>
                <a:gd name="adj" fmla="val 5063"/>
              </a:avLst>
            </a:prstGeom>
          </p:spPr>
        </p:pic>
        <p:sp>
          <p:nvSpPr>
            <p:cNvPr id="28" name="Rectangle 28"/>
            <p:cNvSpPr/>
            <p:nvPr/>
          </p:nvSpPr>
          <p:spPr>
            <a:xfrm>
              <a:off x="7048500" y="4438650"/>
              <a:ext cx="2667000" cy="1504950"/>
            </a:xfrm>
            <a:prstGeom prst="roundRect">
              <a:avLst>
                <a:gd name="adj" fmla="val 5063"/>
              </a:avLst>
            </a:prstGeom>
            <a:noFill/>
            <a:ln w="9525">
              <a:solidFill>
                <a:srgbClr val="E2E8F0"/>
              </a:solidFill>
            </a:ln>
          </p:spPr>
        </p:sp>
        <p:sp>
          <p:nvSpPr>
            <p:cNvPr id="29" name="TextBox 29"/>
            <p:cNvSpPr txBox="1"/>
            <p:nvPr/>
          </p:nvSpPr>
          <p:spPr>
            <a:xfrm>
              <a:off x="7003542" y="6026468"/>
              <a:ext cx="2367210" cy="264033"/>
            </a:xfrm>
            <a:prstGeom prst="rect">
              <a:avLst/>
            </a:prstGeom>
            <a:noFill/>
            <a:ln>
              <a:noFill/>
            </a:ln>
          </p:spPr>
          <p:txBody>
            <a:bodyPr wrap="none" lIns="0" tIns="0" rIns="0" bIns="0" anchor="t" anchorCtr="0">
              <a:spAutoFit/>
            </a:bodyPr>
            <a:lstStyle/>
            <a:p>
              <a:pPr algn="l"/>
              <a:r>
                <a:rPr lang="zh-CN" sz="1350" dirty="0">
                  <a:solidFill>
                    <a:srgbClr val="5B6B7C"/>
                  </a:solidFill>
                  <a:latin typeface="+mn-lt"/>
                  <a:ea typeface="+mn-ea"/>
                  <a:cs typeface="+mn-cs"/>
                </a:rPr>
                <a:t>両方押したあと。［次へ］が使えます</a:t>
              </a:r>
            </a:p>
          </p:txBody>
        </p:sp>
      </p:grpSp>
      <p:grpSp>
        <p:nvGrpSpPr>
          <p:cNvPr id="34" name="Group 34"/>
          <p:cNvGrpSpPr/>
          <p:nvPr/>
        </p:nvGrpSpPr>
        <p:grpSpPr>
          <a:xfrm>
            <a:off x="9944100" y="4400550"/>
            <a:ext cx="1866900" cy="1581150"/>
            <a:chOff x="9944100" y="4400550"/>
            <a:chExt cx="1866900" cy="1581150"/>
          </a:xfrm>
        </p:grpSpPr>
        <p:sp>
          <p:nvSpPr>
            <p:cNvPr id="31" name="Rectangle 31"/>
            <p:cNvSpPr/>
            <p:nvPr/>
          </p:nvSpPr>
          <p:spPr>
            <a:xfrm>
              <a:off x="9944100" y="4400550"/>
              <a:ext cx="1866900" cy="1581150"/>
            </a:xfrm>
            <a:prstGeom prst="roundRect">
              <a:avLst>
                <a:gd name="adj" fmla="val 8434"/>
              </a:avLst>
            </a:prstGeom>
            <a:solidFill>
              <a:schemeClr val="lt1"/>
            </a:solidFill>
            <a:ln w="19050">
              <a:solidFill>
                <a:schemeClr val="accent2"/>
              </a:solidFill>
            </a:ln>
          </p:spPr>
        </p:sp>
        <p:sp>
          <p:nvSpPr>
            <p:cNvPr id="32" name="Freeform 32"/>
            <p:cNvSpPr/>
            <p:nvPr/>
          </p:nvSpPr>
          <p:spPr>
            <a:xfrm>
              <a:off x="10182238" y="4647708"/>
              <a:ext cx="247496" cy="214761"/>
            </a:xfrm>
            <a:custGeom>
              <a:avLst/>
              <a:gdLst/>
              <a:ahLst/>
              <a:cxnLst/>
              <a:rect l="l" t="t" r="r" b="b"/>
              <a:pathLst>
                <a:path w="247496" h="214761">
                  <a:moveTo>
                    <a:pt x="123812" y="0"/>
                  </a:moveTo>
                  <a:cubicBezTo>
                    <a:pt x="134425" y="0"/>
                    <a:pt x="144315" y="5190"/>
                    <a:pt x="150371" y="13857"/>
                  </a:cubicBezTo>
                  <a:lnTo>
                    <a:pt x="151538" y="15635"/>
                  </a:lnTo>
                  <a:lnTo>
                    <a:pt x="241705" y="166188"/>
                  </a:lnTo>
                  <a:cubicBezTo>
                    <a:pt x="247275" y="175835"/>
                    <a:pt x="247496" y="187668"/>
                    <a:pt x="242289" y="197516"/>
                  </a:cubicBezTo>
                  <a:cubicBezTo>
                    <a:pt x="237081" y="207364"/>
                    <a:pt x="227178" y="213844"/>
                    <a:pt x="216069" y="214672"/>
                  </a:cubicBezTo>
                  <a:lnTo>
                    <a:pt x="213902" y="214761"/>
                  </a:lnTo>
                  <a:lnTo>
                    <a:pt x="33601" y="214761"/>
                  </a:lnTo>
                  <a:cubicBezTo>
                    <a:pt x="22481" y="214636"/>
                    <a:pt x="12203" y="208813"/>
                    <a:pt x="6379" y="199340"/>
                  </a:cubicBezTo>
                  <a:cubicBezTo>
                    <a:pt x="555" y="189866"/>
                    <a:pt x="0" y="178067"/>
                    <a:pt x="4908" y="168088"/>
                  </a:cubicBezTo>
                  <a:lnTo>
                    <a:pt x="6009" y="166032"/>
                  </a:lnTo>
                  <a:lnTo>
                    <a:pt x="96131" y="15591"/>
                  </a:lnTo>
                  <a:cubicBezTo>
                    <a:pt x="102000" y="5914"/>
                    <a:pt x="112495" y="2"/>
                    <a:pt x="123812" y="0"/>
                  </a:cubicBezTo>
                  <a:close/>
                  <a:moveTo>
                    <a:pt x="123924" y="148130"/>
                  </a:moveTo>
                  <a:lnTo>
                    <a:pt x="122512" y="148208"/>
                  </a:lnTo>
                  <a:cubicBezTo>
                    <a:pt x="116922" y="148873"/>
                    <a:pt x="112712" y="153613"/>
                    <a:pt x="112712" y="159243"/>
                  </a:cubicBezTo>
                  <a:cubicBezTo>
                    <a:pt x="112712" y="164872"/>
                    <a:pt x="116922" y="169612"/>
                    <a:pt x="122512" y="170277"/>
                  </a:cubicBezTo>
                  <a:lnTo>
                    <a:pt x="123812" y="170355"/>
                  </a:lnTo>
                  <a:lnTo>
                    <a:pt x="125224" y="170277"/>
                  </a:lnTo>
                  <a:cubicBezTo>
                    <a:pt x="130814" y="169612"/>
                    <a:pt x="135024" y="164872"/>
                    <a:pt x="135024" y="159243"/>
                  </a:cubicBezTo>
                  <a:cubicBezTo>
                    <a:pt x="135024" y="153613"/>
                    <a:pt x="130814" y="148873"/>
                    <a:pt x="125224" y="148208"/>
                  </a:cubicBezTo>
                  <a:lnTo>
                    <a:pt x="123924" y="148130"/>
                  </a:lnTo>
                  <a:close/>
                  <a:moveTo>
                    <a:pt x="123812" y="70342"/>
                  </a:moveTo>
                  <a:cubicBezTo>
                    <a:pt x="118179" y="70343"/>
                    <a:pt x="113437" y="74560"/>
                    <a:pt x="112778" y="80155"/>
                  </a:cubicBezTo>
                  <a:lnTo>
                    <a:pt x="112700" y="81455"/>
                  </a:lnTo>
                  <a:lnTo>
                    <a:pt x="112700" y="125905"/>
                  </a:lnTo>
                  <a:lnTo>
                    <a:pt x="112778" y="127205"/>
                  </a:lnTo>
                  <a:cubicBezTo>
                    <a:pt x="113443" y="132795"/>
                    <a:pt x="118183" y="137005"/>
                    <a:pt x="123812" y="137005"/>
                  </a:cubicBezTo>
                  <a:cubicBezTo>
                    <a:pt x="129442" y="137005"/>
                    <a:pt x="134182" y="132795"/>
                    <a:pt x="134847" y="127205"/>
                  </a:cubicBezTo>
                  <a:lnTo>
                    <a:pt x="134925" y="125905"/>
                  </a:lnTo>
                  <a:lnTo>
                    <a:pt x="134925" y="81455"/>
                  </a:lnTo>
                  <a:lnTo>
                    <a:pt x="134847" y="80155"/>
                  </a:lnTo>
                  <a:cubicBezTo>
                    <a:pt x="134188" y="74560"/>
                    <a:pt x="129446" y="70343"/>
                    <a:pt x="123812" y="70342"/>
                  </a:cubicBezTo>
                  <a:close/>
                </a:path>
              </a:pathLst>
            </a:custGeom>
            <a:solidFill>
              <a:schemeClr val="accent2"/>
            </a:solidFill>
            <a:ln>
              <a:noFill/>
            </a:ln>
          </p:spPr>
        </p:sp>
        <p:sp>
          <p:nvSpPr>
            <p:cNvPr id="33" name="TextBox 33"/>
            <p:cNvSpPr txBox="1"/>
            <p:nvPr/>
          </p:nvSpPr>
          <p:spPr>
            <a:xfrm>
              <a:off x="10165080" y="5095875"/>
              <a:ext cx="1255395" cy="826770"/>
            </a:xfrm>
            <a:prstGeom prst="rect">
              <a:avLst/>
            </a:prstGeom>
            <a:noFill/>
            <a:ln>
              <a:noFill/>
            </a:ln>
          </p:spPr>
          <p:txBody>
            <a:bodyPr wrap="square" lIns="0" tIns="0" rIns="0" bIns="0" anchor="t" anchorCtr="0"/>
            <a:lstStyle/>
            <a:p>
              <a:pPr algn="l">
                <a:lnSpc>
                  <a:spcPts val="2100"/>
                </a:lnSpc>
              </a:pPr>
              <a:r>
                <a:rPr lang="zh-CN" sz="1500" b="1" dirty="0">
                  <a:solidFill>
                    <a:schemeClr val="dk1"/>
                  </a:solidFill>
                  <a:latin typeface="+mn-lt"/>
                  <a:ea typeface="+mn-ea"/>
                  <a:cs typeface="+mn-cs"/>
                </a:rPr>
                <a:t>両方のボタンを押すまで［次へ］は使えません。</a:t>
              </a:r>
            </a:p>
          </p:txBody>
        </p:sp>
      </p:grpSp>
      <p:grpSp>
        <p:nvGrpSpPr>
          <p:cNvPr id="37" name="Group 37"/>
          <p:cNvGrpSpPr/>
          <p:nvPr/>
        </p:nvGrpSpPr>
        <p:grpSpPr>
          <a:xfrm>
            <a:off x="374904" y="6461760"/>
            <a:ext cx="11442192" cy="234696"/>
            <a:chOff x="374904" y="6461760"/>
            <a:chExt cx="11442192" cy="234696"/>
          </a:xfrm>
        </p:grpSpPr>
        <p:sp>
          <p:nvSpPr>
            <p:cNvPr id="35" name="TextBox 35"/>
            <p:cNvSpPr txBox="1"/>
            <p:nvPr/>
          </p:nvSpPr>
          <p:spPr>
            <a:xfrm>
              <a:off x="374904" y="6461760"/>
              <a:ext cx="3856939" cy="234696"/>
            </a:xfrm>
            <a:prstGeom prst="rect">
              <a:avLst/>
            </a:prstGeom>
            <a:noFill/>
            <a:ln>
              <a:noFill/>
            </a:ln>
          </p:spPr>
          <p:txBody>
            <a:bodyPr wrap="none" lIns="0" tIns="0" rIns="0" bIns="0" anchor="t" anchorCtr="0">
              <a:spAutoFit/>
            </a:bodyPr>
            <a:lstStyle/>
            <a:p>
              <a:pPr algn="l"/>
              <a:r>
                <a:rPr lang="zh-CN" sz="1200" dirty="0">
                  <a:solidFill>
                    <a:srgbClr val="5B6B7C"/>
                  </a:solidFill>
                  <a:latin typeface="+mn-lt"/>
                  <a:ea typeface="+mn-ea"/>
                  <a:cs typeface="+mn-cs"/>
                </a:rPr>
                <a:t>第二部 操作マニュアル ／ 聞くだけの場合はここで［完了］になります</a:t>
              </a:r>
            </a:p>
          </p:txBody>
        </p:sp>
        <p:sp>
          <p:nvSpPr>
            <p:cNvPr id="36" name="TextBox 36"/>
            <p:cNvSpPr txBox="1"/>
            <p:nvPr/>
          </p:nvSpPr>
          <p:spPr>
            <a:xfrm>
              <a:off x="11627206" y="6461760"/>
              <a:ext cx="189890" cy="234696"/>
            </a:xfrm>
            <a:prstGeom prst="rect">
              <a:avLst/>
            </a:prstGeom>
            <a:noFill/>
            <a:ln>
              <a:noFill/>
            </a:ln>
          </p:spPr>
          <p:txBody>
            <a:bodyPr wrap="none" lIns="0" tIns="0" rIns="0" bIns="0" anchor="t" anchorCtr="0">
              <a:spAutoFit/>
            </a:bodyPr>
            <a:lstStyle/>
            <a:p>
              <a:pPr algn="r"/>
              <a:r>
                <a:rPr lang="en-US" sz="1200" dirty="0">
                  <a:solidFill>
                    <a:srgbClr val="5B6B7C"/>
                  </a:solidFill>
                  <a:latin typeface="+mn-lt"/>
                  <a:ea typeface="+mn-ea"/>
                  <a:cs typeface="+mn-cs"/>
                </a:rPr>
                <a:t>17</a:t>
              </a:r>
            </a:p>
          </p:txBody>
        </p:sp>
      </p:grpSp>
    </p:spTree>
  </p:cSld>
  <p:clrMapOvr>
    <a:masterClrMapping/>
  </p:clrMapOvr>
  <p:transition xmlns:p14="http://schemas.microsoft.com/office/powerpoint/2010/main" p14:dur="400">
    <p:fade/>
  </p:transition>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Group 6"/>
          <p:cNvGrpSpPr/>
          <p:nvPr/>
        </p:nvGrpSpPr>
        <p:grpSpPr>
          <a:xfrm>
            <a:off x="381000" y="476250"/>
            <a:ext cx="11430000" cy="657225"/>
            <a:chOff x="381000" y="476250"/>
            <a:chExt cx="11430000" cy="657225"/>
          </a:xfrm>
        </p:grpSpPr>
        <p:sp>
          <p:nvSpPr>
            <p:cNvPr id="2" name="Rectangle 2"/>
            <p:cNvSpPr/>
            <p:nvPr/>
          </p:nvSpPr>
          <p:spPr>
            <a:xfrm>
              <a:off x="381000" y="476250"/>
              <a:ext cx="1409700" cy="342900"/>
            </a:xfrm>
            <a:prstGeom prst="roundRect">
              <a:avLst>
                <a:gd name="adj" fmla="val 50000"/>
              </a:avLst>
            </a:prstGeom>
            <a:solidFill>
              <a:schemeClr val="accent1"/>
            </a:solidFill>
            <a:ln>
              <a:noFill/>
            </a:ln>
          </p:spPr>
        </p:sp>
        <p:sp>
          <p:nvSpPr>
            <p:cNvPr id="3" name="TextBox 3"/>
            <p:cNvSpPr txBox="1"/>
            <p:nvPr/>
          </p:nvSpPr>
          <p:spPr>
            <a:xfrm>
              <a:off x="539915" y="568642"/>
              <a:ext cx="1091871"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mn-lt"/>
                  <a:ea typeface="+mn-ea"/>
                  <a:cs typeface="+mn-cs"/>
                </a:rPr>
                <a:t>手順 3 · 1/2</a:t>
              </a:r>
            </a:p>
          </p:txBody>
        </p:sp>
        <p:sp>
          <p:nvSpPr>
            <p:cNvPr id="4" name="TextBox 4"/>
            <p:cNvSpPr txBox="1"/>
            <p:nvPr/>
          </p:nvSpPr>
          <p:spPr>
            <a:xfrm>
              <a:off x="1946148" y="479108"/>
              <a:ext cx="4901253" cy="616077"/>
            </a:xfrm>
            <a:prstGeom prst="rect">
              <a:avLst/>
            </a:prstGeom>
            <a:noFill/>
            <a:ln>
              <a:noFill/>
            </a:ln>
          </p:spPr>
          <p:txBody>
            <a:bodyPr wrap="none" lIns="0" tIns="0" rIns="0" bIns="0" anchor="t" anchorCtr="0">
              <a:spAutoFit/>
            </a:bodyPr>
            <a:lstStyle/>
            <a:p>
              <a:pPr algn="l"/>
              <a:r>
                <a:rPr lang="zh-CN" sz="3150" b="1" dirty="0">
                  <a:solidFill>
                    <a:schemeClr val="dk1"/>
                  </a:solidFill>
                  <a:latin typeface="+mn-lt"/>
                  <a:ea typeface="+mn-ea"/>
                  <a:cs typeface="+mn-cs"/>
                </a:rPr>
                <a:t>AIの返答をまとめて取り込みます</a:t>
              </a:r>
            </a:p>
          </p:txBody>
        </p:sp>
        <p:sp>
          <p:nvSpPr>
            <p:cNvPr id="5" name="Line 5"/>
            <p:cNvSpPr/>
            <p:nvPr/>
          </p:nvSpPr>
          <p:spPr>
            <a:xfrm>
              <a:off x="381000" y="1123950"/>
              <a:ext cx="11430000" cy="9525"/>
            </a:xfrm>
            <a:custGeom>
              <a:avLst/>
              <a:gdLst/>
              <a:ahLst/>
              <a:cxnLst/>
              <a:rect l="l" t="t" r="r" b="b"/>
              <a:pathLst>
                <a:path w="11430000" h="9525">
                  <a:moveTo>
                    <a:pt x="0" y="0"/>
                  </a:moveTo>
                  <a:lnTo>
                    <a:pt x="11430000" y="0"/>
                  </a:lnTo>
                </a:path>
              </a:pathLst>
            </a:custGeom>
            <a:noFill/>
            <a:ln w="9525">
              <a:solidFill>
                <a:srgbClr val="E2E8F0"/>
              </a:solidFill>
            </a:ln>
          </p:spPr>
        </p:sp>
      </p:grpSp>
      <p:grpSp>
        <p:nvGrpSpPr>
          <p:cNvPr id="10" name="Group 10"/>
          <p:cNvGrpSpPr/>
          <p:nvPr/>
        </p:nvGrpSpPr>
        <p:grpSpPr>
          <a:xfrm>
            <a:off x="342900" y="1371600"/>
            <a:ext cx="6477000" cy="3676650"/>
            <a:chOff x="342900" y="1371600"/>
            <a:chExt cx="6477000" cy="3676650"/>
          </a:xfrm>
        </p:grpSpPr>
        <p:sp>
          <p:nvSpPr>
            <p:cNvPr id="7" name="Rectangle 7"/>
            <p:cNvSpPr/>
            <p:nvPr/>
          </p:nvSpPr>
          <p:spPr>
            <a:xfrm>
              <a:off x="342900" y="1371600"/>
              <a:ext cx="6477000" cy="3676650"/>
            </a:xfrm>
            <a:prstGeom prst="roundRect">
              <a:avLst>
                <a:gd name="adj" fmla="val 3627"/>
              </a:avLst>
            </a:prstGeom>
            <a:solidFill>
              <a:schemeClr val="accent6"/>
            </a:solidFill>
            <a:ln>
              <a:noFill/>
            </a:ln>
          </p:spPr>
        </p:sp>
        <p:pic>
          <p:nvPicPr>
            <p:cNvPr id="8" name="Image 8"/>
            <p:cNvPicPr>
              <a:picLocks noChangeAspect="1"/>
            </p:cNvPicPr>
            <p:nvPr/>
          </p:nvPicPr>
          <p:blipFill>
            <a:blip r:embed="rId2"/>
            <a:stretch>
              <a:fillRect/>
            </a:stretch>
          </p:blipFill>
          <p:spPr>
            <a:xfrm>
              <a:off x="381000" y="1409700"/>
              <a:ext cx="6400800" cy="3600450"/>
            </a:xfrm>
            <a:prstGeom prst="roundRect">
              <a:avLst>
                <a:gd name="adj" fmla="val 2645"/>
              </a:avLst>
            </a:prstGeom>
          </p:spPr>
        </p:pic>
        <p:sp>
          <p:nvSpPr>
            <p:cNvPr id="9" name="Rectangle 9"/>
            <p:cNvSpPr/>
            <p:nvPr/>
          </p:nvSpPr>
          <p:spPr>
            <a:xfrm>
              <a:off x="381000" y="1409700"/>
              <a:ext cx="6400800" cy="3600450"/>
            </a:xfrm>
            <a:prstGeom prst="roundRect">
              <a:avLst>
                <a:gd name="adj" fmla="val 2646"/>
              </a:avLst>
            </a:prstGeom>
            <a:noFill/>
            <a:ln w="9525">
              <a:solidFill>
                <a:srgbClr val="E2E8F0"/>
              </a:solidFill>
            </a:ln>
          </p:spPr>
        </p:sp>
      </p:grpSp>
      <p:grpSp>
        <p:nvGrpSpPr>
          <p:cNvPr id="14" name="Group 14"/>
          <p:cNvGrpSpPr/>
          <p:nvPr/>
        </p:nvGrpSpPr>
        <p:grpSpPr>
          <a:xfrm>
            <a:off x="342900" y="5238750"/>
            <a:ext cx="6477000" cy="971550"/>
            <a:chOff x="342900" y="5238750"/>
            <a:chExt cx="6477000" cy="971550"/>
          </a:xfrm>
        </p:grpSpPr>
        <p:sp>
          <p:nvSpPr>
            <p:cNvPr id="11" name="Rectangle 11"/>
            <p:cNvSpPr/>
            <p:nvPr/>
          </p:nvSpPr>
          <p:spPr>
            <a:xfrm>
              <a:off x="342900" y="5238750"/>
              <a:ext cx="6477000" cy="971550"/>
            </a:xfrm>
            <a:prstGeom prst="roundRect">
              <a:avLst>
                <a:gd name="adj" fmla="val 13725"/>
              </a:avLst>
            </a:prstGeom>
            <a:solidFill>
              <a:schemeClr val="lt1"/>
            </a:solidFill>
            <a:ln w="19050">
              <a:solidFill>
                <a:srgbClr val="2E7D5B"/>
              </a:solidFill>
            </a:ln>
          </p:spPr>
        </p:sp>
        <p:sp>
          <p:nvSpPr>
            <p:cNvPr id="12" name="Freeform 12"/>
            <p:cNvSpPr/>
            <p:nvPr/>
          </p:nvSpPr>
          <p:spPr>
            <a:xfrm>
              <a:off x="634998" y="5470525"/>
              <a:ext cx="177805" cy="222251"/>
            </a:xfrm>
            <a:custGeom>
              <a:avLst/>
              <a:gdLst/>
              <a:ahLst/>
              <a:cxnLst/>
              <a:rect l="l" t="t" r="r" b="b"/>
              <a:pathLst>
                <a:path w="177805" h="222251">
                  <a:moveTo>
                    <a:pt x="155545" y="24114"/>
                  </a:moveTo>
                  <a:cubicBezTo>
                    <a:pt x="168884" y="28814"/>
                    <a:pt x="177805" y="41420"/>
                    <a:pt x="177803" y="55563"/>
                  </a:cubicBezTo>
                  <a:lnTo>
                    <a:pt x="177803" y="188913"/>
                  </a:lnTo>
                  <a:cubicBezTo>
                    <a:pt x="177803" y="207325"/>
                    <a:pt x="162877" y="222251"/>
                    <a:pt x="144465" y="222251"/>
                  </a:cubicBezTo>
                  <a:lnTo>
                    <a:pt x="33340" y="222251"/>
                  </a:lnTo>
                  <a:cubicBezTo>
                    <a:pt x="14928" y="222251"/>
                    <a:pt x="2" y="207325"/>
                    <a:pt x="2" y="188913"/>
                  </a:cubicBezTo>
                  <a:lnTo>
                    <a:pt x="2" y="55563"/>
                  </a:lnTo>
                  <a:cubicBezTo>
                    <a:pt x="0" y="41420"/>
                    <a:pt x="8922" y="28814"/>
                    <a:pt x="22261" y="24114"/>
                  </a:cubicBezTo>
                  <a:cubicBezTo>
                    <a:pt x="23273" y="47910"/>
                    <a:pt x="42861" y="66679"/>
                    <a:pt x="66678" y="66675"/>
                  </a:cubicBezTo>
                  <a:lnTo>
                    <a:pt x="111128" y="66675"/>
                  </a:lnTo>
                  <a:cubicBezTo>
                    <a:pt x="133944" y="66677"/>
                    <a:pt x="153057" y="49404"/>
                    <a:pt x="155356" y="26703"/>
                  </a:cubicBezTo>
                  <a:close/>
                  <a:moveTo>
                    <a:pt x="114384" y="103269"/>
                  </a:moveTo>
                  <a:lnTo>
                    <a:pt x="77790" y="139851"/>
                  </a:lnTo>
                  <a:lnTo>
                    <a:pt x="63422" y="125494"/>
                  </a:lnTo>
                  <a:cubicBezTo>
                    <a:pt x="60632" y="122605"/>
                    <a:pt x="56500" y="121446"/>
                    <a:pt x="52615" y="122463"/>
                  </a:cubicBezTo>
                  <a:cubicBezTo>
                    <a:pt x="48729" y="123480"/>
                    <a:pt x="45695" y="126515"/>
                    <a:pt x="44678" y="130400"/>
                  </a:cubicBezTo>
                  <a:cubicBezTo>
                    <a:pt x="43661" y="134285"/>
                    <a:pt x="44820" y="138417"/>
                    <a:pt x="47709" y="141207"/>
                  </a:cubicBezTo>
                  <a:lnTo>
                    <a:pt x="69934" y="163432"/>
                  </a:lnTo>
                  <a:cubicBezTo>
                    <a:pt x="74273" y="167770"/>
                    <a:pt x="81307" y="167770"/>
                    <a:pt x="85647" y="163432"/>
                  </a:cubicBezTo>
                  <a:lnTo>
                    <a:pt x="130097" y="118982"/>
                  </a:lnTo>
                  <a:cubicBezTo>
                    <a:pt x="134308" y="114622"/>
                    <a:pt x="134248" y="107691"/>
                    <a:pt x="129961" y="103404"/>
                  </a:cubicBezTo>
                  <a:cubicBezTo>
                    <a:pt x="125675" y="99118"/>
                    <a:pt x="118744" y="99057"/>
                    <a:pt x="114384" y="103269"/>
                  </a:cubicBezTo>
                  <a:moveTo>
                    <a:pt x="111128" y="0"/>
                  </a:moveTo>
                  <a:cubicBezTo>
                    <a:pt x="123402" y="0"/>
                    <a:pt x="133353" y="9950"/>
                    <a:pt x="133353" y="22225"/>
                  </a:cubicBezTo>
                  <a:cubicBezTo>
                    <a:pt x="133353" y="34500"/>
                    <a:pt x="123402" y="44450"/>
                    <a:pt x="111128" y="44450"/>
                  </a:cubicBezTo>
                  <a:lnTo>
                    <a:pt x="66678" y="44450"/>
                  </a:lnTo>
                  <a:cubicBezTo>
                    <a:pt x="54403" y="44450"/>
                    <a:pt x="44453" y="34500"/>
                    <a:pt x="44453" y="22225"/>
                  </a:cubicBezTo>
                  <a:cubicBezTo>
                    <a:pt x="44453" y="9950"/>
                    <a:pt x="54403" y="0"/>
                    <a:pt x="66678" y="0"/>
                  </a:cubicBezTo>
                  <a:close/>
                </a:path>
              </a:pathLst>
            </a:custGeom>
            <a:solidFill>
              <a:srgbClr val="2E7D5B"/>
            </a:solidFill>
            <a:ln>
              <a:noFill/>
            </a:ln>
          </p:spPr>
        </p:sp>
        <p:sp>
          <p:nvSpPr>
            <p:cNvPr id="13" name="TextBox 13"/>
            <p:cNvSpPr txBox="1"/>
            <p:nvPr/>
          </p:nvSpPr>
          <p:spPr>
            <a:xfrm>
              <a:off x="943356" y="5463540"/>
              <a:ext cx="2502599" cy="675894"/>
            </a:xfrm>
            <a:prstGeom prst="rect">
              <a:avLst/>
            </a:prstGeom>
            <a:noFill/>
            <a:ln>
              <a:noFill/>
            </a:ln>
          </p:spPr>
          <p:txBody>
            <a:bodyPr wrap="square" lIns="0" tIns="0" rIns="0" bIns="0" anchor="t" anchorCtr="0"/>
            <a:lstStyle/>
            <a:p>
              <a:pPr algn="l">
                <a:lnSpc>
                  <a:spcPts val="2550"/>
                </a:lnSpc>
              </a:pPr>
              <a:r>
                <a:rPr lang="zh-CN" sz="1800" b="1" dirty="0">
                  <a:solidFill>
                    <a:schemeClr val="dk1"/>
                  </a:solidFill>
                  <a:latin typeface="+mn-lt"/>
                  <a:ea typeface="+mn-ea"/>
                  <a:cs typeface="+mn-cs"/>
                </a:rPr>
                <a:t>モジュールを選ぶ必要も、1 つずつ貼る必要もありません。</a:t>
              </a:r>
            </a:p>
          </p:txBody>
        </p:sp>
      </p:grpSp>
      <p:grpSp>
        <p:nvGrpSpPr>
          <p:cNvPr id="21" name="Group 21"/>
          <p:cNvGrpSpPr/>
          <p:nvPr/>
        </p:nvGrpSpPr>
        <p:grpSpPr>
          <a:xfrm>
            <a:off x="7058025" y="1457325"/>
            <a:ext cx="3470529" cy="2491359"/>
            <a:chOff x="7058025" y="1457325"/>
            <a:chExt cx="3470529" cy="2491359"/>
          </a:xfrm>
        </p:grpSpPr>
        <p:sp>
          <p:nvSpPr>
            <p:cNvPr id="15" name="Ellipse 15"/>
            <p:cNvSpPr/>
            <p:nvPr/>
          </p:nvSpPr>
          <p:spPr>
            <a:xfrm>
              <a:off x="7058025" y="1457325"/>
              <a:ext cx="361950" cy="361950"/>
            </a:xfrm>
            <a:prstGeom prst="ellipse">
              <a:avLst/>
            </a:prstGeom>
            <a:solidFill>
              <a:schemeClr val="accent1"/>
            </a:solidFill>
            <a:ln>
              <a:noFill/>
            </a:ln>
          </p:spPr>
        </p:sp>
        <p:sp>
          <p:nvSpPr>
            <p:cNvPr id="16" name="TextBox 16"/>
            <p:cNvSpPr txBox="1"/>
            <p:nvPr/>
          </p:nvSpPr>
          <p:spPr>
            <a:xfrm>
              <a:off x="7173073" y="1552575"/>
              <a:ext cx="131855" cy="293370"/>
            </a:xfrm>
            <a:prstGeom prst="rect">
              <a:avLst/>
            </a:prstGeom>
            <a:noFill/>
            <a:ln>
              <a:noFill/>
            </a:ln>
          </p:spPr>
          <p:txBody>
            <a:bodyPr wrap="none" lIns="0" tIns="0" rIns="0" bIns="0" anchor="t" anchorCtr="0">
              <a:spAutoFit/>
            </a:bodyPr>
            <a:lstStyle/>
            <a:p>
              <a:pPr algn="ctr"/>
              <a:r>
                <a:rPr lang="en-US" sz="1500" b="1" dirty="0">
                  <a:solidFill>
                    <a:srgbClr val="FFFFFF"/>
                  </a:solidFill>
                  <a:latin typeface="+mn-lt"/>
                  <a:ea typeface="+mn-ea"/>
                  <a:cs typeface="+mn-cs"/>
                </a:rPr>
                <a:t>1</a:t>
              </a:r>
            </a:p>
          </p:txBody>
        </p:sp>
        <p:sp>
          <p:nvSpPr>
            <p:cNvPr id="17" name="TextBox 17"/>
            <p:cNvSpPr txBox="1"/>
            <p:nvPr/>
          </p:nvSpPr>
          <p:spPr>
            <a:xfrm>
              <a:off x="7572756" y="1520190"/>
              <a:ext cx="2315718" cy="999744"/>
            </a:xfrm>
            <a:prstGeom prst="rect">
              <a:avLst/>
            </a:prstGeom>
            <a:noFill/>
            <a:ln>
              <a:noFill/>
            </a:ln>
          </p:spPr>
          <p:txBody>
            <a:bodyPr wrap="square" lIns="0" tIns="0" rIns="0" bIns="0" anchor="t" anchorCtr="0"/>
            <a:lstStyle/>
            <a:p>
              <a:pPr algn="l">
                <a:lnSpc>
                  <a:spcPts val="2550"/>
                </a:lnSpc>
              </a:pPr>
              <a:r>
                <a:rPr lang="zh-CN" sz="1800" dirty="0">
                  <a:solidFill>
                    <a:schemeClr val="dk1"/>
                  </a:solidFill>
                  <a:latin typeface="+mn-lt"/>
                  <a:ea typeface="+mn-ea"/>
                  <a:cs typeface="+mn-cs"/>
                </a:rPr>
                <a:t>AI は、変更したモジュールと新しく作ったモジュールの全文を</a:t>
              </a:r>
              <a:r>
                <a:rPr lang="en-US" sz="1800" dirty="0">
                  <a:solidFill>
                    <a:schemeClr val="dk1"/>
                  </a:solidFill>
                  <a:latin typeface="+mn-lt"/>
                  <a:ea typeface="+mn-ea"/>
                  <a:cs typeface="+mn-cs"/>
                </a:rPr>
                <a:t xml:space="preserve"> </a:t>
              </a:r>
              <a:r>
                <a:rPr lang="zh-CN" sz="1800" dirty="0">
                  <a:solidFill>
                    <a:schemeClr val="dk1"/>
                  </a:solidFill>
                  <a:latin typeface="+mn-lt"/>
                  <a:ea typeface="+mn-ea"/>
                  <a:cs typeface="+mn-cs"/>
                </a:rPr>
                <a:t>1 つのコードブロックで返します。</a:t>
              </a:r>
            </a:p>
          </p:txBody>
        </p:sp>
        <p:sp>
          <p:nvSpPr>
            <p:cNvPr id="18" name="Ellipse 18"/>
            <p:cNvSpPr/>
            <p:nvPr/>
          </p:nvSpPr>
          <p:spPr>
            <a:xfrm>
              <a:off x="7058025" y="2886075"/>
              <a:ext cx="361950" cy="361950"/>
            </a:xfrm>
            <a:prstGeom prst="ellipse">
              <a:avLst/>
            </a:prstGeom>
            <a:solidFill>
              <a:schemeClr val="accent1"/>
            </a:solidFill>
            <a:ln>
              <a:noFill/>
            </a:ln>
          </p:spPr>
        </p:sp>
        <p:sp>
          <p:nvSpPr>
            <p:cNvPr id="19" name="TextBox 19"/>
            <p:cNvSpPr txBox="1"/>
            <p:nvPr/>
          </p:nvSpPr>
          <p:spPr>
            <a:xfrm>
              <a:off x="7173073" y="2981325"/>
              <a:ext cx="131855" cy="293370"/>
            </a:xfrm>
            <a:prstGeom prst="rect">
              <a:avLst/>
            </a:prstGeom>
            <a:noFill/>
            <a:ln>
              <a:noFill/>
            </a:ln>
          </p:spPr>
          <p:txBody>
            <a:bodyPr wrap="none" lIns="0" tIns="0" rIns="0" bIns="0" anchor="t" anchorCtr="0">
              <a:spAutoFit/>
            </a:bodyPr>
            <a:lstStyle/>
            <a:p>
              <a:pPr algn="ctr"/>
              <a:r>
                <a:rPr lang="en-US" sz="1500" b="1" dirty="0">
                  <a:solidFill>
                    <a:srgbClr val="FFFFFF"/>
                  </a:solidFill>
                  <a:latin typeface="+mn-lt"/>
                  <a:ea typeface="+mn-ea"/>
                  <a:cs typeface="+mn-cs"/>
                </a:rPr>
                <a:t>2</a:t>
              </a:r>
            </a:p>
          </p:txBody>
        </p:sp>
        <p:sp>
          <p:nvSpPr>
            <p:cNvPr id="20" name="TextBox 20"/>
            <p:cNvSpPr txBox="1"/>
            <p:nvPr/>
          </p:nvSpPr>
          <p:spPr>
            <a:xfrm>
              <a:off x="7572756" y="2948940"/>
              <a:ext cx="2955798" cy="999744"/>
            </a:xfrm>
            <a:prstGeom prst="rect">
              <a:avLst/>
            </a:prstGeom>
            <a:noFill/>
            <a:ln>
              <a:noFill/>
            </a:ln>
          </p:spPr>
          <p:txBody>
            <a:bodyPr wrap="square" lIns="0" tIns="0" rIns="0" bIns="0" anchor="t" anchorCtr="0"/>
            <a:lstStyle/>
            <a:p>
              <a:pPr algn="l">
                <a:lnSpc>
                  <a:spcPts val="2550"/>
                </a:lnSpc>
              </a:pPr>
              <a:r>
                <a:rPr lang="zh-CN" sz="1800" dirty="0">
                  <a:solidFill>
                    <a:schemeClr val="dk1"/>
                  </a:solidFill>
                  <a:latin typeface="+mn-lt"/>
                  <a:ea typeface="+mn-ea"/>
                  <a:cs typeface="+mn-cs"/>
                </a:rPr>
                <a:t>それをコピーして、［クリップボード</a:t>
              </a:r>
              <a:r>
                <a:rPr lang="en-US" sz="1800" dirty="0">
                  <a:solidFill>
                    <a:schemeClr val="dk1"/>
                  </a:solidFill>
                  <a:latin typeface="+mn-lt"/>
                  <a:ea typeface="+mn-ea"/>
                  <a:cs typeface="+mn-cs"/>
                </a:rPr>
                <a:t xml:space="preserve"> </a:t>
              </a:r>
              <a:r>
                <a:rPr lang="zh-CN" sz="1800" dirty="0">
                  <a:solidFill>
                    <a:schemeClr val="dk1"/>
                  </a:solidFill>
                  <a:latin typeface="+mn-lt"/>
                  <a:ea typeface="+mn-ea"/>
                  <a:cs typeface="+mn-cs"/>
                </a:rPr>
                <a:t>からAIの返答を取り込む］を 1 回。Ctrl+V でも同じです。</a:t>
              </a:r>
            </a:p>
          </p:txBody>
        </p:sp>
      </p:grpSp>
      <p:grpSp>
        <p:nvGrpSpPr>
          <p:cNvPr id="26" name="Group 26"/>
          <p:cNvGrpSpPr/>
          <p:nvPr/>
        </p:nvGrpSpPr>
        <p:grpSpPr>
          <a:xfrm>
            <a:off x="7003542" y="4400550"/>
            <a:ext cx="2369058" cy="1909001"/>
            <a:chOff x="7003542" y="4400550"/>
            <a:chExt cx="2369058" cy="1909001"/>
          </a:xfrm>
        </p:grpSpPr>
        <p:sp>
          <p:nvSpPr>
            <p:cNvPr id="22" name="Rectangle 22"/>
            <p:cNvSpPr/>
            <p:nvPr/>
          </p:nvSpPr>
          <p:spPr>
            <a:xfrm>
              <a:off x="7010400" y="4400550"/>
              <a:ext cx="2362200" cy="1362075"/>
            </a:xfrm>
            <a:prstGeom prst="roundRect">
              <a:avLst>
                <a:gd name="adj" fmla="val 8392"/>
              </a:avLst>
            </a:prstGeom>
            <a:solidFill>
              <a:schemeClr val="accent6"/>
            </a:solidFill>
            <a:ln>
              <a:noFill/>
            </a:ln>
          </p:spPr>
        </p:sp>
        <p:pic>
          <p:nvPicPr>
            <p:cNvPr id="23" name="Image 23"/>
            <p:cNvPicPr>
              <a:picLocks noChangeAspect="1"/>
            </p:cNvPicPr>
            <p:nvPr/>
          </p:nvPicPr>
          <p:blipFill>
            <a:blip r:embed="rId3"/>
            <a:stretch>
              <a:fillRect/>
            </a:stretch>
          </p:blipFill>
          <p:spPr>
            <a:xfrm>
              <a:off x="7048500" y="4438650"/>
              <a:ext cx="2286000" cy="1285875"/>
            </a:xfrm>
            <a:prstGeom prst="roundRect">
              <a:avLst>
                <a:gd name="adj" fmla="val 5925"/>
              </a:avLst>
            </a:prstGeom>
          </p:spPr>
        </p:pic>
        <p:sp>
          <p:nvSpPr>
            <p:cNvPr id="24" name="Rectangle 24"/>
            <p:cNvSpPr/>
            <p:nvPr/>
          </p:nvSpPr>
          <p:spPr>
            <a:xfrm>
              <a:off x="7048500" y="4438650"/>
              <a:ext cx="2286000" cy="1285875"/>
            </a:xfrm>
            <a:prstGeom prst="roundRect">
              <a:avLst>
                <a:gd name="adj" fmla="val 5926"/>
              </a:avLst>
            </a:prstGeom>
            <a:noFill/>
            <a:ln w="9525">
              <a:solidFill>
                <a:srgbClr val="E2E8F0"/>
              </a:solidFill>
            </a:ln>
          </p:spPr>
        </p:sp>
        <p:sp>
          <p:nvSpPr>
            <p:cNvPr id="25" name="TextBox 25"/>
            <p:cNvSpPr txBox="1"/>
            <p:nvPr/>
          </p:nvSpPr>
          <p:spPr>
            <a:xfrm>
              <a:off x="7003542" y="5835968"/>
              <a:ext cx="1839658" cy="473583"/>
            </a:xfrm>
            <a:prstGeom prst="rect">
              <a:avLst/>
            </a:prstGeom>
            <a:noFill/>
            <a:ln>
              <a:noFill/>
            </a:ln>
          </p:spPr>
          <p:txBody>
            <a:bodyPr wrap="square" lIns="0" tIns="0" rIns="0" bIns="0" anchor="t" anchorCtr="0"/>
            <a:lstStyle/>
            <a:p>
              <a:pPr algn="l">
                <a:lnSpc>
                  <a:spcPts val="1650"/>
                </a:lnSpc>
              </a:pPr>
              <a:r>
                <a:rPr lang="zh-CN" sz="1350" dirty="0">
                  <a:solidFill>
                    <a:srgbClr val="5B6B7C"/>
                  </a:solidFill>
                  <a:latin typeface="+mn-lt"/>
                  <a:ea typeface="+mn-ea"/>
                  <a:cs typeface="+mn-cs"/>
                </a:rPr>
                <a:t>取り込み結果。既存・新規の内訳も出ます</a:t>
              </a:r>
            </a:p>
          </p:txBody>
        </p:sp>
      </p:grpSp>
      <p:grpSp>
        <p:nvGrpSpPr>
          <p:cNvPr id="31" name="Group 31"/>
          <p:cNvGrpSpPr/>
          <p:nvPr/>
        </p:nvGrpSpPr>
        <p:grpSpPr>
          <a:xfrm>
            <a:off x="9480042" y="4400550"/>
            <a:ext cx="2369058" cy="1909001"/>
            <a:chOff x="9480042" y="4400550"/>
            <a:chExt cx="2369058" cy="1909001"/>
          </a:xfrm>
        </p:grpSpPr>
        <p:sp>
          <p:nvSpPr>
            <p:cNvPr id="27" name="Rectangle 27"/>
            <p:cNvSpPr/>
            <p:nvPr/>
          </p:nvSpPr>
          <p:spPr>
            <a:xfrm>
              <a:off x="9486900" y="4400550"/>
              <a:ext cx="2362200" cy="1362075"/>
            </a:xfrm>
            <a:prstGeom prst="roundRect">
              <a:avLst>
                <a:gd name="adj" fmla="val 8392"/>
              </a:avLst>
            </a:prstGeom>
            <a:solidFill>
              <a:schemeClr val="accent6"/>
            </a:solidFill>
            <a:ln>
              <a:noFill/>
            </a:ln>
          </p:spPr>
        </p:sp>
        <p:pic>
          <p:nvPicPr>
            <p:cNvPr id="28" name="Image 28"/>
            <p:cNvPicPr>
              <a:picLocks noChangeAspect="1"/>
            </p:cNvPicPr>
            <p:nvPr/>
          </p:nvPicPr>
          <p:blipFill>
            <a:blip r:embed="rId4"/>
            <a:stretch>
              <a:fillRect/>
            </a:stretch>
          </p:blipFill>
          <p:spPr>
            <a:xfrm>
              <a:off x="9525000" y="4438650"/>
              <a:ext cx="2286000" cy="1285875"/>
            </a:xfrm>
            <a:prstGeom prst="roundRect">
              <a:avLst>
                <a:gd name="adj" fmla="val 5925"/>
              </a:avLst>
            </a:prstGeom>
          </p:spPr>
        </p:pic>
        <p:sp>
          <p:nvSpPr>
            <p:cNvPr id="29" name="Rectangle 29"/>
            <p:cNvSpPr/>
            <p:nvPr/>
          </p:nvSpPr>
          <p:spPr>
            <a:xfrm>
              <a:off x="9525000" y="4438650"/>
              <a:ext cx="2286000" cy="1285875"/>
            </a:xfrm>
            <a:prstGeom prst="roundRect">
              <a:avLst>
                <a:gd name="adj" fmla="val 5926"/>
              </a:avLst>
            </a:prstGeom>
            <a:noFill/>
            <a:ln w="9525">
              <a:solidFill>
                <a:srgbClr val="E2E8F0"/>
              </a:solidFill>
            </a:ln>
          </p:spPr>
        </p:sp>
        <p:sp>
          <p:nvSpPr>
            <p:cNvPr id="30" name="TextBox 30"/>
            <p:cNvSpPr txBox="1"/>
            <p:nvPr/>
          </p:nvSpPr>
          <p:spPr>
            <a:xfrm>
              <a:off x="9480042" y="5835968"/>
              <a:ext cx="1608201" cy="473583"/>
            </a:xfrm>
            <a:prstGeom prst="rect">
              <a:avLst/>
            </a:prstGeom>
            <a:noFill/>
            <a:ln>
              <a:noFill/>
            </a:ln>
          </p:spPr>
          <p:txBody>
            <a:bodyPr wrap="square" lIns="0" tIns="0" rIns="0" bIns="0" anchor="t" anchorCtr="0"/>
            <a:lstStyle/>
            <a:p>
              <a:pPr algn="l">
                <a:lnSpc>
                  <a:spcPts val="1650"/>
                </a:lnSpc>
              </a:pPr>
              <a:r>
                <a:rPr lang="zh-CN" sz="1350" dirty="0">
                  <a:solidFill>
                    <a:srgbClr val="5B6B7C"/>
                  </a:solidFill>
                  <a:latin typeface="+mn-lt"/>
                  <a:ea typeface="+mn-ea"/>
                  <a:cs typeface="+mn-cs"/>
                </a:rPr>
                <a:t>「AIが書いた改修内容を見る」で日本語で読めます</a:t>
              </a:r>
            </a:p>
          </p:txBody>
        </p:sp>
      </p:grpSp>
      <p:grpSp>
        <p:nvGrpSpPr>
          <p:cNvPr id="34" name="Group 34"/>
          <p:cNvGrpSpPr/>
          <p:nvPr/>
        </p:nvGrpSpPr>
        <p:grpSpPr>
          <a:xfrm>
            <a:off x="374904" y="6518910"/>
            <a:ext cx="11442192" cy="234696"/>
            <a:chOff x="374904" y="6518910"/>
            <a:chExt cx="11442192" cy="234696"/>
          </a:xfrm>
        </p:grpSpPr>
        <p:sp>
          <p:nvSpPr>
            <p:cNvPr id="32" name="TextBox 32"/>
            <p:cNvSpPr txBox="1"/>
            <p:nvPr/>
          </p:nvSpPr>
          <p:spPr>
            <a:xfrm>
              <a:off x="374904" y="6518910"/>
              <a:ext cx="1312621" cy="234696"/>
            </a:xfrm>
            <a:prstGeom prst="rect">
              <a:avLst/>
            </a:prstGeom>
            <a:noFill/>
            <a:ln>
              <a:noFill/>
            </a:ln>
          </p:spPr>
          <p:txBody>
            <a:bodyPr wrap="none" lIns="0" tIns="0" rIns="0" bIns="0" anchor="t" anchorCtr="0">
              <a:spAutoFit/>
            </a:bodyPr>
            <a:lstStyle/>
            <a:p>
              <a:pPr algn="l"/>
              <a:r>
                <a:rPr lang="zh-CN" sz="1200" dirty="0">
                  <a:solidFill>
                    <a:srgbClr val="5B6B7C"/>
                  </a:solidFill>
                  <a:latin typeface="+mn-lt"/>
                  <a:ea typeface="+mn-ea"/>
                  <a:cs typeface="+mn-cs"/>
                </a:rPr>
                <a:t>第二部 操作マニュアル</a:t>
              </a:r>
            </a:p>
          </p:txBody>
        </p:sp>
        <p:sp>
          <p:nvSpPr>
            <p:cNvPr id="33" name="TextBox 33"/>
            <p:cNvSpPr txBox="1"/>
            <p:nvPr/>
          </p:nvSpPr>
          <p:spPr>
            <a:xfrm>
              <a:off x="11627206" y="6518910"/>
              <a:ext cx="189890" cy="234696"/>
            </a:xfrm>
            <a:prstGeom prst="rect">
              <a:avLst/>
            </a:prstGeom>
            <a:noFill/>
            <a:ln>
              <a:noFill/>
            </a:ln>
          </p:spPr>
          <p:txBody>
            <a:bodyPr wrap="none" lIns="0" tIns="0" rIns="0" bIns="0" anchor="t" anchorCtr="0">
              <a:spAutoFit/>
            </a:bodyPr>
            <a:lstStyle/>
            <a:p>
              <a:pPr algn="r"/>
              <a:r>
                <a:rPr lang="en-US" sz="1200" dirty="0">
                  <a:solidFill>
                    <a:srgbClr val="5B6B7C"/>
                  </a:solidFill>
                  <a:latin typeface="+mn-lt"/>
                  <a:ea typeface="+mn-ea"/>
                  <a:cs typeface="+mn-cs"/>
                </a:rPr>
                <a:t>18</a:t>
              </a:r>
            </a:p>
          </p:txBody>
        </p:sp>
      </p:grpSp>
    </p:spTree>
  </p:cSld>
  <p:clrMapOvr>
    <a:masterClrMapping/>
  </p:clrMapOvr>
  <p:transition xmlns:p14="http://schemas.microsoft.com/office/powerpoint/2010/main" p14:dur="400">
    <p:fade/>
  </p:transition>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Group 6"/>
          <p:cNvGrpSpPr/>
          <p:nvPr/>
        </p:nvGrpSpPr>
        <p:grpSpPr>
          <a:xfrm>
            <a:off x="381000" y="476250"/>
            <a:ext cx="11430000" cy="657225"/>
            <a:chOff x="381000" y="476250"/>
            <a:chExt cx="11430000" cy="657225"/>
          </a:xfrm>
        </p:grpSpPr>
        <p:sp>
          <p:nvSpPr>
            <p:cNvPr id="2" name="Rectangle 2"/>
            <p:cNvSpPr/>
            <p:nvPr/>
          </p:nvSpPr>
          <p:spPr>
            <a:xfrm>
              <a:off x="381000" y="476250"/>
              <a:ext cx="1790700" cy="342900"/>
            </a:xfrm>
            <a:prstGeom prst="roundRect">
              <a:avLst>
                <a:gd name="adj" fmla="val 50000"/>
              </a:avLst>
            </a:prstGeom>
            <a:solidFill>
              <a:schemeClr val="accent2"/>
            </a:solidFill>
            <a:ln>
              <a:noFill/>
            </a:ln>
          </p:spPr>
        </p:sp>
        <p:sp>
          <p:nvSpPr>
            <p:cNvPr id="3" name="TextBox 3"/>
            <p:cNvSpPr txBox="1"/>
            <p:nvPr/>
          </p:nvSpPr>
          <p:spPr>
            <a:xfrm>
              <a:off x="763809" y="568642"/>
              <a:ext cx="1025082"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mn-lt"/>
                  <a:ea typeface="+mn-ea"/>
                  <a:cs typeface="+mn-cs"/>
                </a:rPr>
                <a:t>取り込めないとき</a:t>
              </a:r>
            </a:p>
          </p:txBody>
        </p:sp>
        <p:sp>
          <p:nvSpPr>
            <p:cNvPr id="4" name="TextBox 4"/>
            <p:cNvSpPr txBox="1"/>
            <p:nvPr/>
          </p:nvSpPr>
          <p:spPr>
            <a:xfrm>
              <a:off x="2327148" y="479108"/>
              <a:ext cx="5798065" cy="616077"/>
            </a:xfrm>
            <a:prstGeom prst="rect">
              <a:avLst/>
            </a:prstGeom>
            <a:noFill/>
            <a:ln>
              <a:noFill/>
            </a:ln>
          </p:spPr>
          <p:txBody>
            <a:bodyPr wrap="none" lIns="0" tIns="0" rIns="0" bIns="0" anchor="t" anchorCtr="0">
              <a:spAutoFit/>
            </a:bodyPr>
            <a:lstStyle/>
            <a:p>
              <a:pPr algn="l"/>
              <a:r>
                <a:rPr lang="zh-CN" sz="3150" b="1" dirty="0">
                  <a:solidFill>
                    <a:schemeClr val="dk1"/>
                  </a:solidFill>
                  <a:latin typeface="+mn-lt"/>
                  <a:ea typeface="+mn-ea"/>
                  <a:cs typeface="+mn-cs"/>
                </a:rPr>
                <a:t>表示された文言から、原因を引きます</a:t>
              </a:r>
            </a:p>
          </p:txBody>
        </p:sp>
        <p:sp>
          <p:nvSpPr>
            <p:cNvPr id="5" name="Line 5"/>
            <p:cNvSpPr/>
            <p:nvPr/>
          </p:nvSpPr>
          <p:spPr>
            <a:xfrm>
              <a:off x="381000" y="1123950"/>
              <a:ext cx="11430000" cy="9525"/>
            </a:xfrm>
            <a:custGeom>
              <a:avLst/>
              <a:gdLst/>
              <a:ahLst/>
              <a:cxnLst/>
              <a:rect l="l" t="t" r="r" b="b"/>
              <a:pathLst>
                <a:path w="11430000" h="9525">
                  <a:moveTo>
                    <a:pt x="0" y="0"/>
                  </a:moveTo>
                  <a:lnTo>
                    <a:pt x="11430000" y="0"/>
                  </a:lnTo>
                </a:path>
              </a:pathLst>
            </a:custGeom>
            <a:noFill/>
            <a:ln w="9525">
              <a:solidFill>
                <a:srgbClr val="E2E8F0"/>
              </a:solidFill>
            </a:ln>
          </p:spPr>
        </p:sp>
      </p:grpSp>
      <p:grpSp>
        <p:nvGrpSpPr>
          <p:cNvPr id="10" name="Group 10"/>
          <p:cNvGrpSpPr/>
          <p:nvPr/>
        </p:nvGrpSpPr>
        <p:grpSpPr>
          <a:xfrm>
            <a:off x="381000" y="1371600"/>
            <a:ext cx="11430000" cy="628650"/>
            <a:chOff x="381000" y="1371600"/>
            <a:chExt cx="11430000" cy="628650"/>
          </a:xfrm>
        </p:grpSpPr>
        <p:sp>
          <p:nvSpPr>
            <p:cNvPr id="7" name="Rectangle 7"/>
            <p:cNvSpPr/>
            <p:nvPr/>
          </p:nvSpPr>
          <p:spPr>
            <a:xfrm>
              <a:off x="381000" y="1371600"/>
              <a:ext cx="11430000" cy="628650"/>
            </a:xfrm>
            <a:prstGeom prst="roundRect">
              <a:avLst>
                <a:gd name="adj" fmla="val 21212"/>
              </a:avLst>
            </a:prstGeom>
            <a:solidFill>
              <a:schemeClr val="lt1"/>
            </a:solidFill>
            <a:ln w="19050">
              <a:solidFill>
                <a:srgbClr val="2E7D5B"/>
              </a:solidFill>
            </a:ln>
          </p:spPr>
        </p:sp>
        <p:sp>
          <p:nvSpPr>
            <p:cNvPr id="8" name="Freeform 8"/>
            <p:cNvSpPr/>
            <p:nvPr/>
          </p:nvSpPr>
          <p:spPr>
            <a:xfrm>
              <a:off x="702993" y="1584325"/>
              <a:ext cx="232303" cy="222369"/>
            </a:xfrm>
            <a:custGeom>
              <a:avLst/>
              <a:gdLst/>
              <a:ahLst/>
              <a:cxnLst/>
              <a:rect l="l" t="t" r="r" b="b"/>
              <a:pathLst>
                <a:path w="232303" h="222369">
                  <a:moveTo>
                    <a:pt x="116135" y="0"/>
                  </a:moveTo>
                  <a:lnTo>
                    <a:pt x="117446" y="78"/>
                  </a:lnTo>
                  <a:lnTo>
                    <a:pt x="118102" y="167"/>
                  </a:lnTo>
                  <a:lnTo>
                    <a:pt x="118780" y="311"/>
                  </a:lnTo>
                  <a:lnTo>
                    <a:pt x="120013" y="689"/>
                  </a:lnTo>
                  <a:cubicBezTo>
                    <a:pt x="120865" y="1003"/>
                    <a:pt x="121675" y="1421"/>
                    <a:pt x="122424" y="1934"/>
                  </a:cubicBezTo>
                  <a:lnTo>
                    <a:pt x="123580" y="2845"/>
                  </a:lnTo>
                  <a:lnTo>
                    <a:pt x="126414" y="5267"/>
                  </a:lnTo>
                  <a:cubicBezTo>
                    <a:pt x="148831" y="23887"/>
                    <a:pt x="177163" y="33885"/>
                    <a:pt x="206302" y="33460"/>
                  </a:cubicBezTo>
                  <a:lnTo>
                    <a:pt x="210102" y="33349"/>
                  </a:lnTo>
                  <a:cubicBezTo>
                    <a:pt x="215216" y="33115"/>
                    <a:pt x="219827" y="36405"/>
                    <a:pt x="221270" y="41316"/>
                  </a:cubicBezTo>
                  <a:cubicBezTo>
                    <a:pt x="232303" y="78847"/>
                    <a:pt x="227645" y="119246"/>
                    <a:pt x="208359" y="153280"/>
                  </a:cubicBezTo>
                  <a:cubicBezTo>
                    <a:pt x="189074" y="187314"/>
                    <a:pt x="156811" y="212073"/>
                    <a:pt x="118946" y="221895"/>
                  </a:cubicBezTo>
                  <a:cubicBezTo>
                    <a:pt x="117117" y="222369"/>
                    <a:pt x="115197" y="222369"/>
                    <a:pt x="113368" y="221895"/>
                  </a:cubicBezTo>
                  <a:cubicBezTo>
                    <a:pt x="75501" y="212075"/>
                    <a:pt x="43235" y="187318"/>
                    <a:pt x="23948" y="153284"/>
                  </a:cubicBezTo>
                  <a:cubicBezTo>
                    <a:pt x="4660" y="119249"/>
                    <a:pt x="0" y="78848"/>
                    <a:pt x="11032" y="41316"/>
                  </a:cubicBezTo>
                  <a:cubicBezTo>
                    <a:pt x="12476" y="36405"/>
                    <a:pt x="17087" y="33115"/>
                    <a:pt x="22201" y="33349"/>
                  </a:cubicBezTo>
                  <a:cubicBezTo>
                    <a:pt x="52621" y="34739"/>
                    <a:pt x="82465" y="24725"/>
                    <a:pt x="105889" y="5267"/>
                  </a:cubicBezTo>
                  <a:lnTo>
                    <a:pt x="108812" y="2767"/>
                  </a:lnTo>
                  <a:lnTo>
                    <a:pt x="109878" y="1934"/>
                  </a:lnTo>
                  <a:cubicBezTo>
                    <a:pt x="110628" y="1421"/>
                    <a:pt x="111438" y="1003"/>
                    <a:pt x="112290" y="689"/>
                  </a:cubicBezTo>
                  <a:lnTo>
                    <a:pt x="113534" y="311"/>
                  </a:lnTo>
                  <a:cubicBezTo>
                    <a:pt x="113970" y="206"/>
                    <a:pt x="114412" y="128"/>
                    <a:pt x="114857" y="78"/>
                  </a:cubicBezTo>
                  <a:lnTo>
                    <a:pt x="116135" y="0"/>
                  </a:lnTo>
                  <a:close/>
                  <a:moveTo>
                    <a:pt x="157362" y="81044"/>
                  </a:moveTo>
                  <a:cubicBezTo>
                    <a:pt x="155278" y="78957"/>
                    <a:pt x="152450" y="77785"/>
                    <a:pt x="149500" y="77785"/>
                  </a:cubicBezTo>
                  <a:cubicBezTo>
                    <a:pt x="146551" y="77785"/>
                    <a:pt x="143722" y="78957"/>
                    <a:pt x="141638" y="81044"/>
                  </a:cubicBezTo>
                  <a:lnTo>
                    <a:pt x="105044" y="117626"/>
                  </a:lnTo>
                  <a:lnTo>
                    <a:pt x="90676" y="103269"/>
                  </a:lnTo>
                  <a:lnTo>
                    <a:pt x="89631" y="102346"/>
                  </a:lnTo>
                  <a:cubicBezTo>
                    <a:pt x="84996" y="98762"/>
                    <a:pt x="78374" y="99393"/>
                    <a:pt x="74499" y="103788"/>
                  </a:cubicBezTo>
                  <a:cubicBezTo>
                    <a:pt x="70624" y="108183"/>
                    <a:pt x="70827" y="114832"/>
                    <a:pt x="74963" y="118982"/>
                  </a:cubicBezTo>
                  <a:lnTo>
                    <a:pt x="97188" y="141207"/>
                  </a:lnTo>
                  <a:lnTo>
                    <a:pt x="98233" y="142129"/>
                  </a:lnTo>
                  <a:cubicBezTo>
                    <a:pt x="102656" y="145561"/>
                    <a:pt x="108942" y="145166"/>
                    <a:pt x="112901" y="141207"/>
                  </a:cubicBezTo>
                  <a:lnTo>
                    <a:pt x="157351" y="96757"/>
                  </a:lnTo>
                  <a:lnTo>
                    <a:pt x="158274" y="95712"/>
                  </a:lnTo>
                  <a:cubicBezTo>
                    <a:pt x="161705" y="91289"/>
                    <a:pt x="161310" y="85003"/>
                    <a:pt x="157351" y="81044"/>
                  </a:cubicBezTo>
                  <a:close/>
                </a:path>
              </a:pathLst>
            </a:custGeom>
            <a:solidFill>
              <a:srgbClr val="2E7D5B"/>
            </a:solidFill>
            <a:ln>
              <a:noFill/>
            </a:ln>
          </p:spPr>
        </p:sp>
        <p:sp>
          <p:nvSpPr>
            <p:cNvPr id="9" name="TextBox 9"/>
            <p:cNvSpPr txBox="1"/>
            <p:nvPr/>
          </p:nvSpPr>
          <p:spPr>
            <a:xfrm>
              <a:off x="1095756" y="1586865"/>
              <a:ext cx="7015163" cy="352044"/>
            </a:xfrm>
            <a:prstGeom prst="rect">
              <a:avLst/>
            </a:prstGeom>
            <a:noFill/>
            <a:ln>
              <a:noFill/>
            </a:ln>
          </p:spPr>
          <p:txBody>
            <a:bodyPr wrap="none" lIns="0" tIns="0" rIns="0" bIns="0" anchor="t" anchorCtr="0">
              <a:spAutoFit/>
            </a:bodyPr>
            <a:lstStyle/>
            <a:p>
              <a:pPr algn="l"/>
              <a:r>
                <a:rPr lang="zh-CN" sz="1800" b="1" dirty="0">
                  <a:solidFill>
                    <a:schemeClr val="dk1"/>
                  </a:solidFill>
                  <a:latin typeface="+mn-lt"/>
                  <a:ea typeface="+mn-ea"/>
                  <a:cs typeface="+mn-cs"/>
                </a:rPr>
                <a:t>どの場合も何も取り込まれないので、そのままやり直せます。元のブックも変わりません。</a:t>
              </a:r>
            </a:p>
          </p:txBody>
        </p:sp>
      </p:grpSp>
      <p:grpSp>
        <p:nvGrpSpPr>
          <p:cNvPr id="37" name="Group 37"/>
          <p:cNvGrpSpPr/>
          <p:nvPr/>
        </p:nvGrpSpPr>
        <p:grpSpPr>
          <a:xfrm>
            <a:off x="381000" y="2171700"/>
            <a:ext cx="11430000" cy="4038600"/>
            <a:chOff x="381000" y="2171700"/>
            <a:chExt cx="11430000" cy="4038600"/>
          </a:xfrm>
        </p:grpSpPr>
        <p:sp>
          <p:nvSpPr>
            <p:cNvPr id="11" name="Rectangle 11"/>
            <p:cNvSpPr/>
            <p:nvPr/>
          </p:nvSpPr>
          <p:spPr>
            <a:xfrm>
              <a:off x="381000" y="2171700"/>
              <a:ext cx="4191000" cy="419100"/>
            </a:xfrm>
            <a:prstGeom prst="roundRect">
              <a:avLst>
                <a:gd name="adj" fmla="val 22727"/>
              </a:avLst>
            </a:prstGeom>
            <a:solidFill>
              <a:schemeClr val="accent1"/>
            </a:solidFill>
            <a:ln>
              <a:noFill/>
            </a:ln>
          </p:spPr>
        </p:sp>
        <p:sp>
          <p:nvSpPr>
            <p:cNvPr id="12" name="TextBox 12"/>
            <p:cNvSpPr txBox="1"/>
            <p:nvPr/>
          </p:nvSpPr>
          <p:spPr>
            <a:xfrm>
              <a:off x="640080" y="2286000"/>
              <a:ext cx="1022366" cy="293370"/>
            </a:xfrm>
            <a:prstGeom prst="rect">
              <a:avLst/>
            </a:prstGeom>
            <a:noFill/>
            <a:ln>
              <a:noFill/>
            </a:ln>
          </p:spPr>
          <p:txBody>
            <a:bodyPr wrap="none" lIns="0" tIns="0" rIns="0" bIns="0" anchor="t" anchorCtr="0">
              <a:spAutoFit/>
            </a:bodyPr>
            <a:lstStyle/>
            <a:p>
              <a:pPr algn="l"/>
              <a:r>
                <a:rPr lang="zh-CN" sz="1500" b="1" dirty="0">
                  <a:solidFill>
                    <a:srgbClr val="FFFFFF"/>
                  </a:solidFill>
                  <a:latin typeface="+mn-lt"/>
                  <a:ea typeface="+mn-ea"/>
                  <a:cs typeface="+mn-cs"/>
                </a:rPr>
                <a:t>表示されること</a:t>
              </a:r>
            </a:p>
          </p:txBody>
        </p:sp>
        <p:sp>
          <p:nvSpPr>
            <p:cNvPr id="13" name="Rectangle 13"/>
            <p:cNvSpPr/>
            <p:nvPr/>
          </p:nvSpPr>
          <p:spPr>
            <a:xfrm>
              <a:off x="4686300" y="2171700"/>
              <a:ext cx="2743200" cy="419100"/>
            </a:xfrm>
            <a:prstGeom prst="roundRect">
              <a:avLst>
                <a:gd name="adj" fmla="val 22727"/>
              </a:avLst>
            </a:prstGeom>
            <a:solidFill>
              <a:schemeClr val="accent1"/>
            </a:solidFill>
            <a:ln>
              <a:noFill/>
            </a:ln>
          </p:spPr>
        </p:sp>
        <p:sp>
          <p:nvSpPr>
            <p:cNvPr id="14" name="TextBox 14"/>
            <p:cNvSpPr txBox="1"/>
            <p:nvPr/>
          </p:nvSpPr>
          <p:spPr>
            <a:xfrm>
              <a:off x="4945380" y="2286000"/>
              <a:ext cx="439293" cy="293370"/>
            </a:xfrm>
            <a:prstGeom prst="rect">
              <a:avLst/>
            </a:prstGeom>
            <a:noFill/>
            <a:ln>
              <a:noFill/>
            </a:ln>
          </p:spPr>
          <p:txBody>
            <a:bodyPr wrap="none" lIns="0" tIns="0" rIns="0" bIns="0" anchor="t" anchorCtr="0">
              <a:spAutoFit/>
            </a:bodyPr>
            <a:lstStyle/>
            <a:p>
              <a:pPr algn="l"/>
              <a:r>
                <a:rPr lang="zh-CN" sz="1500" b="1" dirty="0">
                  <a:solidFill>
                    <a:srgbClr val="FFFFFF"/>
                  </a:solidFill>
                  <a:latin typeface="+mn-lt"/>
                  <a:ea typeface="+mn-ea"/>
                  <a:cs typeface="+mn-cs"/>
                </a:rPr>
                <a:t>意味</a:t>
              </a:r>
            </a:p>
          </p:txBody>
        </p:sp>
        <p:sp>
          <p:nvSpPr>
            <p:cNvPr id="15" name="Rectangle 15"/>
            <p:cNvSpPr/>
            <p:nvPr/>
          </p:nvSpPr>
          <p:spPr>
            <a:xfrm>
              <a:off x="7543800" y="2171700"/>
              <a:ext cx="4267200" cy="419100"/>
            </a:xfrm>
            <a:prstGeom prst="roundRect">
              <a:avLst>
                <a:gd name="adj" fmla="val 22727"/>
              </a:avLst>
            </a:prstGeom>
            <a:solidFill>
              <a:schemeClr val="accent1"/>
            </a:solidFill>
            <a:ln>
              <a:noFill/>
            </a:ln>
          </p:spPr>
        </p:sp>
        <p:sp>
          <p:nvSpPr>
            <p:cNvPr id="16" name="TextBox 16"/>
            <p:cNvSpPr txBox="1"/>
            <p:nvPr/>
          </p:nvSpPr>
          <p:spPr>
            <a:xfrm>
              <a:off x="7802880" y="2286000"/>
              <a:ext cx="598313" cy="293370"/>
            </a:xfrm>
            <a:prstGeom prst="rect">
              <a:avLst/>
            </a:prstGeom>
            <a:noFill/>
            <a:ln>
              <a:noFill/>
            </a:ln>
          </p:spPr>
          <p:txBody>
            <a:bodyPr wrap="none" lIns="0" tIns="0" rIns="0" bIns="0" anchor="t" anchorCtr="0">
              <a:spAutoFit/>
            </a:bodyPr>
            <a:lstStyle/>
            <a:p>
              <a:pPr algn="l"/>
              <a:r>
                <a:rPr lang="en-US" sz="1500" b="1" dirty="0">
                  <a:solidFill>
                    <a:srgbClr val="FFFFFF"/>
                  </a:solidFill>
                  <a:latin typeface="+mn-lt"/>
                  <a:ea typeface="+mn-ea"/>
                  <a:cs typeface="+mn-cs"/>
                </a:rPr>
                <a:t>どうするか</a:t>
              </a:r>
            </a:p>
          </p:txBody>
        </p:sp>
        <p:sp>
          <p:nvSpPr>
            <p:cNvPr id="17" name="Rectangle 17"/>
            <p:cNvSpPr/>
            <p:nvPr/>
          </p:nvSpPr>
          <p:spPr>
            <a:xfrm>
              <a:off x="381000" y="2686050"/>
              <a:ext cx="4191000" cy="628650"/>
            </a:xfrm>
            <a:prstGeom prst="roundRect">
              <a:avLst>
                <a:gd name="adj" fmla="val 15152"/>
              </a:avLst>
            </a:prstGeom>
            <a:solidFill>
              <a:schemeClr val="accent6"/>
            </a:solidFill>
            <a:ln>
              <a:noFill/>
            </a:ln>
          </p:spPr>
        </p:sp>
        <p:sp>
          <p:nvSpPr>
            <p:cNvPr id="18" name="TextBox 18"/>
            <p:cNvSpPr txBox="1"/>
            <p:nvPr/>
          </p:nvSpPr>
          <p:spPr>
            <a:xfrm>
              <a:off x="640080" y="2905125"/>
              <a:ext cx="1913382"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別の依頼への返答のようです</a:t>
              </a:r>
            </a:p>
          </p:txBody>
        </p:sp>
        <p:sp>
          <p:nvSpPr>
            <p:cNvPr id="19" name="TextBox 19"/>
            <p:cNvSpPr txBox="1"/>
            <p:nvPr/>
          </p:nvSpPr>
          <p:spPr>
            <a:xfrm>
              <a:off x="4945380" y="2905125"/>
              <a:ext cx="2095119" cy="293370"/>
            </a:xfrm>
            <a:prstGeom prst="rect">
              <a:avLst/>
            </a:prstGeom>
            <a:noFill/>
            <a:ln>
              <a:noFill/>
            </a:ln>
          </p:spPr>
          <p:txBody>
            <a:bodyPr wrap="none" lIns="0" tIns="0" rIns="0" bIns="0" anchor="t" anchorCtr="0">
              <a:spAutoFit/>
            </a:bodyPr>
            <a:lstStyle/>
            <a:p>
              <a:pPr algn="l"/>
              <a:r>
                <a:rPr lang="zh-CN" sz="1500" dirty="0">
                  <a:solidFill>
                    <a:srgbClr val="5B6B7C"/>
                  </a:solidFill>
                  <a:latin typeface="+mn-lt"/>
                  <a:ea typeface="+mn-ea"/>
                  <a:cs typeface="+mn-cs"/>
                </a:rPr>
                <a:t>依頼番号が今回のものと違う</a:t>
              </a:r>
            </a:p>
          </p:txBody>
        </p:sp>
        <p:sp>
          <p:nvSpPr>
            <p:cNvPr id="20" name="TextBox 20"/>
            <p:cNvSpPr txBox="1"/>
            <p:nvPr/>
          </p:nvSpPr>
          <p:spPr>
            <a:xfrm>
              <a:off x="7802880" y="2905125"/>
              <a:ext cx="2778252"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依頼文をコピーし直して AI へ送り直す</a:t>
              </a:r>
            </a:p>
          </p:txBody>
        </p:sp>
        <p:sp>
          <p:nvSpPr>
            <p:cNvPr id="21" name="Rectangle 21"/>
            <p:cNvSpPr/>
            <p:nvPr/>
          </p:nvSpPr>
          <p:spPr>
            <a:xfrm>
              <a:off x="381000" y="3409950"/>
              <a:ext cx="4191000" cy="628650"/>
            </a:xfrm>
            <a:prstGeom prst="roundRect">
              <a:avLst>
                <a:gd name="adj" fmla="val 15152"/>
              </a:avLst>
            </a:prstGeom>
            <a:solidFill>
              <a:schemeClr val="accent6"/>
            </a:solidFill>
            <a:ln>
              <a:noFill/>
            </a:ln>
          </p:spPr>
        </p:sp>
        <p:sp>
          <p:nvSpPr>
            <p:cNvPr id="22" name="TextBox 22"/>
            <p:cNvSpPr txBox="1"/>
            <p:nvPr/>
          </p:nvSpPr>
          <p:spPr>
            <a:xfrm>
              <a:off x="640080" y="3629025"/>
              <a:ext cx="2135505"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返答が途中で切れているようです</a:t>
              </a:r>
            </a:p>
          </p:txBody>
        </p:sp>
        <p:sp>
          <p:nvSpPr>
            <p:cNvPr id="23" name="TextBox 23"/>
            <p:cNvSpPr txBox="1"/>
            <p:nvPr/>
          </p:nvSpPr>
          <p:spPr>
            <a:xfrm>
              <a:off x="4945380" y="3629025"/>
              <a:ext cx="1176338" cy="293370"/>
            </a:xfrm>
            <a:prstGeom prst="rect">
              <a:avLst/>
            </a:prstGeom>
            <a:noFill/>
            <a:ln>
              <a:noFill/>
            </a:ln>
          </p:spPr>
          <p:txBody>
            <a:bodyPr wrap="none" lIns="0" tIns="0" rIns="0" bIns="0" anchor="t" anchorCtr="0">
              <a:spAutoFit/>
            </a:bodyPr>
            <a:lstStyle/>
            <a:p>
              <a:pPr algn="l"/>
              <a:r>
                <a:rPr lang="zh-CN" sz="1500" dirty="0">
                  <a:solidFill>
                    <a:srgbClr val="5B6B7C"/>
                  </a:solidFill>
                  <a:latin typeface="+mn-lt"/>
                  <a:ea typeface="+mn-ea"/>
                  <a:cs typeface="+mn-cs"/>
                </a:rPr>
                <a:t>終わりの行が無い</a:t>
              </a:r>
            </a:p>
          </p:txBody>
        </p:sp>
        <p:sp>
          <p:nvSpPr>
            <p:cNvPr id="24" name="TextBox 24"/>
            <p:cNvSpPr txBox="1"/>
            <p:nvPr/>
          </p:nvSpPr>
          <p:spPr>
            <a:xfrm>
              <a:off x="7802880" y="3629025"/>
              <a:ext cx="2064830"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コードブロック全体をコピーし直す</a:t>
              </a:r>
            </a:p>
          </p:txBody>
        </p:sp>
        <p:sp>
          <p:nvSpPr>
            <p:cNvPr id="25" name="Rectangle 25"/>
            <p:cNvSpPr/>
            <p:nvPr/>
          </p:nvSpPr>
          <p:spPr>
            <a:xfrm>
              <a:off x="381000" y="4133850"/>
              <a:ext cx="4191000" cy="628650"/>
            </a:xfrm>
            <a:prstGeom prst="roundRect">
              <a:avLst>
                <a:gd name="adj" fmla="val 15152"/>
              </a:avLst>
            </a:prstGeom>
            <a:solidFill>
              <a:schemeClr val="accent6"/>
            </a:solidFill>
            <a:ln>
              <a:noFill/>
            </a:ln>
          </p:spPr>
        </p:sp>
        <p:sp>
          <p:nvSpPr>
            <p:cNvPr id="26" name="TextBox 26"/>
            <p:cNvSpPr txBox="1"/>
            <p:nvPr/>
          </p:nvSpPr>
          <p:spPr>
            <a:xfrm>
              <a:off x="640080" y="4352925"/>
              <a:ext cx="2711006"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取り込める形のコードが見つかりませんでした</a:t>
              </a:r>
            </a:p>
          </p:txBody>
        </p:sp>
        <p:sp>
          <p:nvSpPr>
            <p:cNvPr id="27" name="TextBox 27"/>
            <p:cNvSpPr txBox="1"/>
            <p:nvPr/>
          </p:nvSpPr>
          <p:spPr>
            <a:xfrm>
              <a:off x="4945380" y="4352925"/>
              <a:ext cx="1156144" cy="293370"/>
            </a:xfrm>
            <a:prstGeom prst="rect">
              <a:avLst/>
            </a:prstGeom>
            <a:noFill/>
            <a:ln>
              <a:noFill/>
            </a:ln>
          </p:spPr>
          <p:txBody>
            <a:bodyPr wrap="none" lIns="0" tIns="0" rIns="0" bIns="0" anchor="t" anchorCtr="0">
              <a:spAutoFit/>
            </a:bodyPr>
            <a:lstStyle/>
            <a:p>
              <a:pPr algn="l"/>
              <a:r>
                <a:rPr lang="zh-CN" sz="1500" dirty="0">
                  <a:solidFill>
                    <a:srgbClr val="5B6B7C"/>
                  </a:solidFill>
                  <a:latin typeface="+mn-lt"/>
                  <a:ea typeface="+mn-ea"/>
                  <a:cs typeface="+mn-cs"/>
                </a:rPr>
                <a:t>区切り行が無い</a:t>
              </a:r>
            </a:p>
          </p:txBody>
        </p:sp>
        <p:sp>
          <p:nvSpPr>
            <p:cNvPr id="28" name="TextBox 28"/>
            <p:cNvSpPr txBox="1"/>
            <p:nvPr/>
          </p:nvSpPr>
          <p:spPr>
            <a:xfrm>
              <a:off x="7802880" y="4352925"/>
              <a:ext cx="3609594"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コードブロック全体（区切り行を含む）をコピーし直す</a:t>
              </a:r>
            </a:p>
          </p:txBody>
        </p:sp>
        <p:sp>
          <p:nvSpPr>
            <p:cNvPr id="29" name="Rectangle 29"/>
            <p:cNvSpPr/>
            <p:nvPr/>
          </p:nvSpPr>
          <p:spPr>
            <a:xfrm>
              <a:off x="381000" y="4857750"/>
              <a:ext cx="4191000" cy="628650"/>
            </a:xfrm>
            <a:prstGeom prst="roundRect">
              <a:avLst>
                <a:gd name="adj" fmla="val 15152"/>
              </a:avLst>
            </a:prstGeom>
            <a:solidFill>
              <a:schemeClr val="accent6"/>
            </a:solidFill>
            <a:ln>
              <a:noFill/>
            </a:ln>
          </p:spPr>
        </p:sp>
        <p:sp>
          <p:nvSpPr>
            <p:cNvPr id="30" name="TextBox 30"/>
            <p:cNvSpPr txBox="1"/>
            <p:nvPr/>
          </p:nvSpPr>
          <p:spPr>
            <a:xfrm>
              <a:off x="640080" y="5076825"/>
              <a:ext cx="2175891"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同じモジュールが2回入っていました</a:t>
              </a:r>
            </a:p>
          </p:txBody>
        </p:sp>
        <p:sp>
          <p:nvSpPr>
            <p:cNvPr id="31" name="TextBox 31"/>
            <p:cNvSpPr txBox="1"/>
            <p:nvPr/>
          </p:nvSpPr>
          <p:spPr>
            <a:xfrm>
              <a:off x="4945380" y="5076825"/>
              <a:ext cx="419100" cy="293370"/>
            </a:xfrm>
            <a:prstGeom prst="rect">
              <a:avLst/>
            </a:prstGeom>
            <a:noFill/>
            <a:ln>
              <a:noFill/>
            </a:ln>
          </p:spPr>
          <p:txBody>
            <a:bodyPr wrap="none" lIns="0" tIns="0" rIns="0" bIns="0" anchor="t" anchorCtr="0">
              <a:spAutoFit/>
            </a:bodyPr>
            <a:lstStyle/>
            <a:p>
              <a:pPr algn="l"/>
              <a:r>
                <a:rPr lang="zh-CN" sz="1500" dirty="0">
                  <a:solidFill>
                    <a:srgbClr val="5B6B7C"/>
                  </a:solidFill>
                  <a:latin typeface="+mn-lt"/>
                  <a:ea typeface="+mn-ea"/>
                  <a:cs typeface="+mn-cs"/>
                </a:rPr>
                <a:t>重複</a:t>
              </a:r>
            </a:p>
          </p:txBody>
        </p:sp>
        <p:sp>
          <p:nvSpPr>
            <p:cNvPr id="32" name="TextBox 32"/>
            <p:cNvSpPr txBox="1"/>
            <p:nvPr/>
          </p:nvSpPr>
          <p:spPr>
            <a:xfrm>
              <a:off x="7802880" y="5076825"/>
              <a:ext cx="3140964"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AI へ、モジュールごとに 1 つだけ返すよう伝える</a:t>
              </a:r>
            </a:p>
          </p:txBody>
        </p:sp>
        <p:sp>
          <p:nvSpPr>
            <p:cNvPr id="33" name="Rectangle 33"/>
            <p:cNvSpPr/>
            <p:nvPr/>
          </p:nvSpPr>
          <p:spPr>
            <a:xfrm>
              <a:off x="381000" y="5581650"/>
              <a:ext cx="4191000" cy="628650"/>
            </a:xfrm>
            <a:prstGeom prst="roundRect">
              <a:avLst>
                <a:gd name="adj" fmla="val 15152"/>
              </a:avLst>
            </a:prstGeom>
            <a:solidFill>
              <a:schemeClr val="accent6"/>
            </a:solidFill>
            <a:ln>
              <a:noFill/>
            </a:ln>
          </p:spPr>
        </p:sp>
        <p:sp>
          <p:nvSpPr>
            <p:cNvPr id="34" name="TextBox 34"/>
            <p:cNvSpPr txBox="1"/>
            <p:nvPr/>
          </p:nvSpPr>
          <p:spPr>
            <a:xfrm>
              <a:off x="640080" y="5800725"/>
              <a:ext cx="1438846"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クリップボードが空でした</a:t>
              </a:r>
            </a:p>
          </p:txBody>
        </p:sp>
        <p:sp>
          <p:nvSpPr>
            <p:cNvPr id="35" name="TextBox 35"/>
            <p:cNvSpPr txBox="1"/>
            <p:nvPr/>
          </p:nvSpPr>
          <p:spPr>
            <a:xfrm>
              <a:off x="4945380" y="5800725"/>
              <a:ext cx="1014794" cy="293370"/>
            </a:xfrm>
            <a:prstGeom prst="rect">
              <a:avLst/>
            </a:prstGeom>
            <a:noFill/>
            <a:ln>
              <a:noFill/>
            </a:ln>
          </p:spPr>
          <p:txBody>
            <a:bodyPr wrap="none" lIns="0" tIns="0" rIns="0" bIns="0" anchor="t" anchorCtr="0">
              <a:spAutoFit/>
            </a:bodyPr>
            <a:lstStyle/>
            <a:p>
              <a:pPr algn="l"/>
              <a:r>
                <a:rPr lang="en-US" sz="1500" dirty="0">
                  <a:solidFill>
                    <a:srgbClr val="5B6B7C"/>
                  </a:solidFill>
                  <a:latin typeface="+mn-lt"/>
                  <a:ea typeface="+mn-ea"/>
                  <a:cs typeface="+mn-cs"/>
                </a:rPr>
                <a:t>コピーできていない</a:t>
              </a:r>
            </a:p>
          </p:txBody>
        </p:sp>
        <p:sp>
          <p:nvSpPr>
            <p:cNvPr id="36" name="TextBox 36"/>
            <p:cNvSpPr txBox="1"/>
            <p:nvPr/>
          </p:nvSpPr>
          <p:spPr>
            <a:xfrm>
              <a:off x="7802880" y="5800725"/>
              <a:ext cx="2307146"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コードブロックのコピーボタンで取り直す</a:t>
              </a:r>
            </a:p>
          </p:txBody>
        </p:sp>
      </p:grpSp>
      <p:grpSp>
        <p:nvGrpSpPr>
          <p:cNvPr id="40" name="Group 40"/>
          <p:cNvGrpSpPr/>
          <p:nvPr/>
        </p:nvGrpSpPr>
        <p:grpSpPr>
          <a:xfrm>
            <a:off x="374904" y="6518910"/>
            <a:ext cx="11442192" cy="234696"/>
            <a:chOff x="374904" y="6518910"/>
            <a:chExt cx="11442192" cy="234696"/>
          </a:xfrm>
        </p:grpSpPr>
        <p:sp>
          <p:nvSpPr>
            <p:cNvPr id="38" name="TextBox 38"/>
            <p:cNvSpPr txBox="1"/>
            <p:nvPr/>
          </p:nvSpPr>
          <p:spPr>
            <a:xfrm>
              <a:off x="374904" y="6518910"/>
              <a:ext cx="1312621" cy="234696"/>
            </a:xfrm>
            <a:prstGeom prst="rect">
              <a:avLst/>
            </a:prstGeom>
            <a:noFill/>
            <a:ln>
              <a:noFill/>
            </a:ln>
          </p:spPr>
          <p:txBody>
            <a:bodyPr wrap="none" lIns="0" tIns="0" rIns="0" bIns="0" anchor="t" anchorCtr="0">
              <a:spAutoFit/>
            </a:bodyPr>
            <a:lstStyle/>
            <a:p>
              <a:pPr algn="l"/>
              <a:r>
                <a:rPr lang="zh-CN" sz="1200" dirty="0">
                  <a:solidFill>
                    <a:srgbClr val="5B6B7C"/>
                  </a:solidFill>
                  <a:latin typeface="+mn-lt"/>
                  <a:ea typeface="+mn-ea"/>
                  <a:cs typeface="+mn-cs"/>
                </a:rPr>
                <a:t>第二部 操作マニュアル</a:t>
              </a:r>
            </a:p>
          </p:txBody>
        </p:sp>
        <p:sp>
          <p:nvSpPr>
            <p:cNvPr id="39" name="TextBox 39"/>
            <p:cNvSpPr txBox="1"/>
            <p:nvPr/>
          </p:nvSpPr>
          <p:spPr>
            <a:xfrm>
              <a:off x="11627206" y="6518910"/>
              <a:ext cx="189890" cy="234696"/>
            </a:xfrm>
            <a:prstGeom prst="rect">
              <a:avLst/>
            </a:prstGeom>
            <a:noFill/>
            <a:ln>
              <a:noFill/>
            </a:ln>
          </p:spPr>
          <p:txBody>
            <a:bodyPr wrap="none" lIns="0" tIns="0" rIns="0" bIns="0" anchor="t" anchorCtr="0">
              <a:spAutoFit/>
            </a:bodyPr>
            <a:lstStyle/>
            <a:p>
              <a:pPr algn="r"/>
              <a:r>
                <a:rPr lang="en-US" sz="1200" dirty="0">
                  <a:solidFill>
                    <a:srgbClr val="5B6B7C"/>
                  </a:solidFill>
                  <a:latin typeface="+mn-lt"/>
                  <a:ea typeface="+mn-ea"/>
                  <a:cs typeface="+mn-cs"/>
                </a:rPr>
                <a:t>19</a:t>
              </a:r>
            </a:p>
          </p:txBody>
        </p:sp>
      </p:grpSp>
    </p:spTree>
  </p:cSld>
  <p:clrMapOvr>
    <a:masterClrMapping/>
  </p:clrMapOvr>
  <p:transition xmlns:p14="http://schemas.microsoft.com/office/powerpoint/2010/main" p14:dur="400">
    <p:fade/>
  </p:transition>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Group 6"/>
          <p:cNvGrpSpPr/>
          <p:nvPr/>
        </p:nvGrpSpPr>
        <p:grpSpPr>
          <a:xfrm>
            <a:off x="381000" y="476250"/>
            <a:ext cx="11430000" cy="657225"/>
            <a:chOff x="381000" y="476250"/>
            <a:chExt cx="11430000" cy="657225"/>
          </a:xfrm>
        </p:grpSpPr>
        <p:sp>
          <p:nvSpPr>
            <p:cNvPr id="2" name="Rectangle 2"/>
            <p:cNvSpPr/>
            <p:nvPr/>
          </p:nvSpPr>
          <p:spPr>
            <a:xfrm>
              <a:off x="381000" y="476250"/>
              <a:ext cx="1409700" cy="342900"/>
            </a:xfrm>
            <a:prstGeom prst="roundRect">
              <a:avLst>
                <a:gd name="adj" fmla="val 50000"/>
              </a:avLst>
            </a:prstGeom>
            <a:solidFill>
              <a:schemeClr val="accent1"/>
            </a:solidFill>
            <a:ln>
              <a:noFill/>
            </a:ln>
          </p:spPr>
        </p:sp>
        <p:sp>
          <p:nvSpPr>
            <p:cNvPr id="3" name="TextBox 3"/>
            <p:cNvSpPr txBox="1"/>
            <p:nvPr/>
          </p:nvSpPr>
          <p:spPr>
            <a:xfrm>
              <a:off x="539915" y="568642"/>
              <a:ext cx="1091871"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mn-lt"/>
                  <a:ea typeface="+mn-ea"/>
                  <a:cs typeface="+mn-cs"/>
                </a:rPr>
                <a:t>手順 3 · 2/2</a:t>
              </a:r>
            </a:p>
          </p:txBody>
        </p:sp>
        <p:sp>
          <p:nvSpPr>
            <p:cNvPr id="4" name="TextBox 4"/>
            <p:cNvSpPr txBox="1"/>
            <p:nvPr/>
          </p:nvSpPr>
          <p:spPr>
            <a:xfrm>
              <a:off x="1946148" y="479108"/>
              <a:ext cx="4417772" cy="616077"/>
            </a:xfrm>
            <a:prstGeom prst="rect">
              <a:avLst/>
            </a:prstGeom>
            <a:noFill/>
            <a:ln>
              <a:noFill/>
            </a:ln>
          </p:spPr>
          <p:txBody>
            <a:bodyPr wrap="none" lIns="0" tIns="0" rIns="0" bIns="0" anchor="t" anchorCtr="0">
              <a:spAutoFit/>
            </a:bodyPr>
            <a:lstStyle/>
            <a:p>
              <a:pPr algn="l"/>
              <a:r>
                <a:rPr lang="zh-CN" sz="3150" b="1" dirty="0">
                  <a:solidFill>
                    <a:schemeClr val="dk1"/>
                  </a:solidFill>
                  <a:latin typeface="+mn-lt"/>
                  <a:ea typeface="+mn-ea"/>
                  <a:cs typeface="+mn-cs"/>
                </a:rPr>
                <a:t>取り込んだ変更を確認します</a:t>
              </a:r>
            </a:p>
          </p:txBody>
        </p:sp>
        <p:sp>
          <p:nvSpPr>
            <p:cNvPr id="5" name="Line 5"/>
            <p:cNvSpPr/>
            <p:nvPr/>
          </p:nvSpPr>
          <p:spPr>
            <a:xfrm>
              <a:off x="381000" y="1123950"/>
              <a:ext cx="11430000" cy="9525"/>
            </a:xfrm>
            <a:custGeom>
              <a:avLst/>
              <a:gdLst/>
              <a:ahLst/>
              <a:cxnLst/>
              <a:rect l="l" t="t" r="r" b="b"/>
              <a:pathLst>
                <a:path w="11430000" h="9525">
                  <a:moveTo>
                    <a:pt x="0" y="0"/>
                  </a:moveTo>
                  <a:lnTo>
                    <a:pt x="11430000" y="0"/>
                  </a:lnTo>
                </a:path>
              </a:pathLst>
            </a:custGeom>
            <a:noFill/>
            <a:ln w="9525">
              <a:solidFill>
                <a:srgbClr val="E2E8F0"/>
              </a:solidFill>
            </a:ln>
          </p:spPr>
        </p:sp>
      </p:grpSp>
      <p:grpSp>
        <p:nvGrpSpPr>
          <p:cNvPr id="10" name="Group 10"/>
          <p:cNvGrpSpPr/>
          <p:nvPr/>
        </p:nvGrpSpPr>
        <p:grpSpPr>
          <a:xfrm>
            <a:off x="342900" y="1371600"/>
            <a:ext cx="6477000" cy="3676650"/>
            <a:chOff x="342900" y="1371600"/>
            <a:chExt cx="6477000" cy="3676650"/>
          </a:xfrm>
        </p:grpSpPr>
        <p:sp>
          <p:nvSpPr>
            <p:cNvPr id="7" name="Rectangle 7"/>
            <p:cNvSpPr/>
            <p:nvPr/>
          </p:nvSpPr>
          <p:spPr>
            <a:xfrm>
              <a:off x="342900" y="1371600"/>
              <a:ext cx="6477000" cy="3676650"/>
            </a:xfrm>
            <a:prstGeom prst="roundRect">
              <a:avLst>
                <a:gd name="adj" fmla="val 3627"/>
              </a:avLst>
            </a:prstGeom>
            <a:solidFill>
              <a:schemeClr val="accent6"/>
            </a:solidFill>
            <a:ln>
              <a:noFill/>
            </a:ln>
          </p:spPr>
        </p:sp>
        <p:pic>
          <p:nvPicPr>
            <p:cNvPr id="8" name="Image 8"/>
            <p:cNvPicPr>
              <a:picLocks noChangeAspect="1"/>
            </p:cNvPicPr>
            <p:nvPr/>
          </p:nvPicPr>
          <p:blipFill>
            <a:blip r:embed="rId2"/>
            <a:stretch>
              <a:fillRect/>
            </a:stretch>
          </p:blipFill>
          <p:spPr>
            <a:xfrm>
              <a:off x="381000" y="1409700"/>
              <a:ext cx="6400800" cy="3600450"/>
            </a:xfrm>
            <a:prstGeom prst="roundRect">
              <a:avLst>
                <a:gd name="adj" fmla="val 2645"/>
              </a:avLst>
            </a:prstGeom>
          </p:spPr>
        </p:pic>
        <p:sp>
          <p:nvSpPr>
            <p:cNvPr id="9" name="Rectangle 9"/>
            <p:cNvSpPr/>
            <p:nvPr/>
          </p:nvSpPr>
          <p:spPr>
            <a:xfrm>
              <a:off x="381000" y="1409700"/>
              <a:ext cx="6400800" cy="3600450"/>
            </a:xfrm>
            <a:prstGeom prst="roundRect">
              <a:avLst>
                <a:gd name="adj" fmla="val 2646"/>
              </a:avLst>
            </a:prstGeom>
            <a:noFill/>
            <a:ln w="9525">
              <a:solidFill>
                <a:srgbClr val="E2E8F0"/>
              </a:solidFill>
            </a:ln>
          </p:spPr>
        </p:sp>
      </p:grpSp>
      <p:grpSp>
        <p:nvGrpSpPr>
          <p:cNvPr id="14" name="Group 14"/>
          <p:cNvGrpSpPr/>
          <p:nvPr/>
        </p:nvGrpSpPr>
        <p:grpSpPr>
          <a:xfrm>
            <a:off x="342900" y="5238750"/>
            <a:ext cx="6477000" cy="971550"/>
            <a:chOff x="342900" y="5238750"/>
            <a:chExt cx="6477000" cy="971550"/>
          </a:xfrm>
        </p:grpSpPr>
        <p:sp>
          <p:nvSpPr>
            <p:cNvPr id="11" name="Rectangle 11"/>
            <p:cNvSpPr/>
            <p:nvPr/>
          </p:nvSpPr>
          <p:spPr>
            <a:xfrm>
              <a:off x="342900" y="5238750"/>
              <a:ext cx="6477000" cy="971550"/>
            </a:xfrm>
            <a:prstGeom prst="roundRect">
              <a:avLst>
                <a:gd name="adj" fmla="val 13725"/>
              </a:avLst>
            </a:prstGeom>
            <a:solidFill>
              <a:schemeClr val="lt1"/>
            </a:solidFill>
            <a:ln w="19050">
              <a:solidFill>
                <a:srgbClr val="2E7D5B"/>
              </a:solidFill>
            </a:ln>
          </p:spPr>
        </p:sp>
        <p:sp>
          <p:nvSpPr>
            <p:cNvPr id="12" name="Freeform 12"/>
            <p:cNvSpPr/>
            <p:nvPr/>
          </p:nvSpPr>
          <p:spPr>
            <a:xfrm>
              <a:off x="607743" y="5470525"/>
              <a:ext cx="232303" cy="222369"/>
            </a:xfrm>
            <a:custGeom>
              <a:avLst/>
              <a:gdLst/>
              <a:ahLst/>
              <a:cxnLst/>
              <a:rect l="l" t="t" r="r" b="b"/>
              <a:pathLst>
                <a:path w="232303" h="222369">
                  <a:moveTo>
                    <a:pt x="116135" y="0"/>
                  </a:moveTo>
                  <a:lnTo>
                    <a:pt x="117446" y="78"/>
                  </a:lnTo>
                  <a:lnTo>
                    <a:pt x="118102" y="167"/>
                  </a:lnTo>
                  <a:lnTo>
                    <a:pt x="118780" y="311"/>
                  </a:lnTo>
                  <a:lnTo>
                    <a:pt x="120013" y="689"/>
                  </a:lnTo>
                  <a:cubicBezTo>
                    <a:pt x="120865" y="1003"/>
                    <a:pt x="121675" y="1421"/>
                    <a:pt x="122424" y="1934"/>
                  </a:cubicBezTo>
                  <a:lnTo>
                    <a:pt x="123580" y="2845"/>
                  </a:lnTo>
                  <a:lnTo>
                    <a:pt x="126414" y="5267"/>
                  </a:lnTo>
                  <a:cubicBezTo>
                    <a:pt x="148831" y="23887"/>
                    <a:pt x="177163" y="33885"/>
                    <a:pt x="206302" y="33460"/>
                  </a:cubicBezTo>
                  <a:lnTo>
                    <a:pt x="210102" y="33349"/>
                  </a:lnTo>
                  <a:cubicBezTo>
                    <a:pt x="215216" y="33115"/>
                    <a:pt x="219827" y="36405"/>
                    <a:pt x="221270" y="41316"/>
                  </a:cubicBezTo>
                  <a:cubicBezTo>
                    <a:pt x="232303" y="78847"/>
                    <a:pt x="227645" y="119246"/>
                    <a:pt x="208359" y="153280"/>
                  </a:cubicBezTo>
                  <a:cubicBezTo>
                    <a:pt x="189074" y="187314"/>
                    <a:pt x="156811" y="212073"/>
                    <a:pt x="118946" y="221895"/>
                  </a:cubicBezTo>
                  <a:cubicBezTo>
                    <a:pt x="117117" y="222369"/>
                    <a:pt x="115197" y="222369"/>
                    <a:pt x="113368" y="221895"/>
                  </a:cubicBezTo>
                  <a:cubicBezTo>
                    <a:pt x="75501" y="212075"/>
                    <a:pt x="43235" y="187318"/>
                    <a:pt x="23948" y="153284"/>
                  </a:cubicBezTo>
                  <a:cubicBezTo>
                    <a:pt x="4660" y="119249"/>
                    <a:pt x="0" y="78848"/>
                    <a:pt x="11032" y="41316"/>
                  </a:cubicBezTo>
                  <a:cubicBezTo>
                    <a:pt x="12476" y="36405"/>
                    <a:pt x="17087" y="33115"/>
                    <a:pt x="22201" y="33349"/>
                  </a:cubicBezTo>
                  <a:cubicBezTo>
                    <a:pt x="52621" y="34739"/>
                    <a:pt x="82465" y="24725"/>
                    <a:pt x="105889" y="5267"/>
                  </a:cubicBezTo>
                  <a:lnTo>
                    <a:pt x="108812" y="2767"/>
                  </a:lnTo>
                  <a:lnTo>
                    <a:pt x="109878" y="1934"/>
                  </a:lnTo>
                  <a:cubicBezTo>
                    <a:pt x="110628" y="1421"/>
                    <a:pt x="111438" y="1003"/>
                    <a:pt x="112290" y="689"/>
                  </a:cubicBezTo>
                  <a:lnTo>
                    <a:pt x="113534" y="311"/>
                  </a:lnTo>
                  <a:cubicBezTo>
                    <a:pt x="113970" y="206"/>
                    <a:pt x="114412" y="128"/>
                    <a:pt x="114857" y="78"/>
                  </a:cubicBezTo>
                  <a:lnTo>
                    <a:pt x="116135" y="0"/>
                  </a:lnTo>
                  <a:close/>
                  <a:moveTo>
                    <a:pt x="157362" y="81044"/>
                  </a:moveTo>
                  <a:cubicBezTo>
                    <a:pt x="155278" y="78957"/>
                    <a:pt x="152450" y="77785"/>
                    <a:pt x="149500" y="77785"/>
                  </a:cubicBezTo>
                  <a:cubicBezTo>
                    <a:pt x="146551" y="77785"/>
                    <a:pt x="143722" y="78957"/>
                    <a:pt x="141638" y="81044"/>
                  </a:cubicBezTo>
                  <a:lnTo>
                    <a:pt x="105044" y="117626"/>
                  </a:lnTo>
                  <a:lnTo>
                    <a:pt x="90676" y="103269"/>
                  </a:lnTo>
                  <a:lnTo>
                    <a:pt x="89631" y="102346"/>
                  </a:lnTo>
                  <a:cubicBezTo>
                    <a:pt x="84996" y="98762"/>
                    <a:pt x="78374" y="99393"/>
                    <a:pt x="74499" y="103788"/>
                  </a:cubicBezTo>
                  <a:cubicBezTo>
                    <a:pt x="70624" y="108183"/>
                    <a:pt x="70827" y="114832"/>
                    <a:pt x="74963" y="118982"/>
                  </a:cubicBezTo>
                  <a:lnTo>
                    <a:pt x="97188" y="141207"/>
                  </a:lnTo>
                  <a:lnTo>
                    <a:pt x="98233" y="142129"/>
                  </a:lnTo>
                  <a:cubicBezTo>
                    <a:pt x="102656" y="145561"/>
                    <a:pt x="108942" y="145166"/>
                    <a:pt x="112901" y="141207"/>
                  </a:cubicBezTo>
                  <a:lnTo>
                    <a:pt x="157351" y="96757"/>
                  </a:lnTo>
                  <a:lnTo>
                    <a:pt x="158274" y="95712"/>
                  </a:lnTo>
                  <a:cubicBezTo>
                    <a:pt x="161705" y="91289"/>
                    <a:pt x="161310" y="85003"/>
                    <a:pt x="157351" y="81044"/>
                  </a:cubicBezTo>
                  <a:close/>
                </a:path>
              </a:pathLst>
            </a:custGeom>
            <a:solidFill>
              <a:srgbClr val="2E7D5B"/>
            </a:solidFill>
            <a:ln>
              <a:noFill/>
            </a:ln>
          </p:spPr>
        </p:sp>
        <p:sp>
          <p:nvSpPr>
            <p:cNvPr id="13" name="TextBox 13"/>
            <p:cNvSpPr txBox="1"/>
            <p:nvPr/>
          </p:nvSpPr>
          <p:spPr>
            <a:xfrm>
              <a:off x="943356" y="5463540"/>
              <a:ext cx="3584448" cy="675894"/>
            </a:xfrm>
            <a:prstGeom prst="rect">
              <a:avLst/>
            </a:prstGeom>
            <a:noFill/>
            <a:ln>
              <a:noFill/>
            </a:ln>
          </p:spPr>
          <p:txBody>
            <a:bodyPr wrap="square" lIns="0" tIns="0" rIns="0" bIns="0" anchor="t" anchorCtr="0"/>
            <a:lstStyle/>
            <a:p>
              <a:pPr algn="l">
                <a:lnSpc>
                  <a:spcPts val="2550"/>
                </a:lnSpc>
              </a:pPr>
              <a:r>
                <a:rPr lang="zh-CN" sz="1800" dirty="0">
                  <a:solidFill>
                    <a:schemeClr val="dk1"/>
                  </a:solidFill>
                  <a:latin typeface="+mn-lt"/>
                  <a:ea typeface="+mn-ea"/>
                  <a:cs typeface="+mn-cs"/>
                </a:rPr>
                <a:t>違うと思ったら［戻る］で取り込み直せます。元のブックは何も変わりません。</a:t>
              </a:r>
            </a:p>
          </p:txBody>
        </p:sp>
      </p:grpSp>
      <p:grpSp>
        <p:nvGrpSpPr>
          <p:cNvPr id="18" name="Group 18"/>
          <p:cNvGrpSpPr/>
          <p:nvPr/>
        </p:nvGrpSpPr>
        <p:grpSpPr>
          <a:xfrm>
            <a:off x="7001256" y="1405890"/>
            <a:ext cx="3654743" cy="1885569"/>
            <a:chOff x="7001256" y="1405890"/>
            <a:chExt cx="3654743" cy="1885569"/>
          </a:xfrm>
        </p:grpSpPr>
        <p:sp>
          <p:nvSpPr>
            <p:cNvPr id="15" name="TextBox 15"/>
            <p:cNvSpPr txBox="1"/>
            <p:nvPr/>
          </p:nvSpPr>
          <p:spPr>
            <a:xfrm>
              <a:off x="7001256" y="1405890"/>
              <a:ext cx="3654743" cy="675894"/>
            </a:xfrm>
            <a:prstGeom prst="rect">
              <a:avLst/>
            </a:prstGeom>
            <a:noFill/>
            <a:ln>
              <a:noFill/>
            </a:ln>
          </p:spPr>
          <p:txBody>
            <a:bodyPr wrap="square" lIns="0" tIns="0" rIns="0" bIns="0" anchor="t" anchorCtr="0"/>
            <a:lstStyle/>
            <a:p>
              <a:pPr algn="l">
                <a:lnSpc>
                  <a:spcPts val="2550"/>
                </a:lnSpc>
              </a:pPr>
              <a:r>
                <a:rPr lang="zh-CN" sz="1800" b="1" dirty="0">
                  <a:solidFill>
                    <a:schemeClr val="accent1"/>
                  </a:solidFill>
                  <a:latin typeface="+mn-lt"/>
                  <a:ea typeface="+mn-ea"/>
                  <a:cs typeface="+mn-cs"/>
                </a:rPr>
                <a:t>取り込めた内容が、そのまま書き戻す対象です。採用ボタンはありません。</a:t>
              </a:r>
            </a:p>
          </p:txBody>
        </p:sp>
        <p:sp>
          <p:nvSpPr>
            <p:cNvPr id="16" name="Freeform 16"/>
            <p:cNvSpPr/>
            <p:nvPr/>
          </p:nvSpPr>
          <p:spPr>
            <a:xfrm>
              <a:off x="7020269" y="2327275"/>
              <a:ext cx="227451" cy="165099"/>
            </a:xfrm>
            <a:custGeom>
              <a:avLst/>
              <a:gdLst/>
              <a:ahLst/>
              <a:cxnLst/>
              <a:rect l="l" t="t" r="r" b="b"/>
              <a:pathLst>
                <a:path w="227451" h="165099">
                  <a:moveTo>
                    <a:pt x="113955" y="0"/>
                  </a:moveTo>
                  <a:cubicBezTo>
                    <a:pt x="158223" y="0"/>
                    <a:pt x="195092" y="25064"/>
                    <a:pt x="224005" y="73820"/>
                  </a:cubicBezTo>
                  <a:lnTo>
                    <a:pt x="226275" y="77731"/>
                  </a:lnTo>
                  <a:lnTo>
                    <a:pt x="226739" y="78763"/>
                  </a:lnTo>
                  <a:lnTo>
                    <a:pt x="227049" y="79619"/>
                  </a:lnTo>
                  <a:lnTo>
                    <a:pt x="227193" y="80187"/>
                  </a:lnTo>
                  <a:lnTo>
                    <a:pt x="227338" y="81033"/>
                  </a:lnTo>
                  <a:lnTo>
                    <a:pt x="227451" y="82065"/>
                  </a:lnTo>
                  <a:lnTo>
                    <a:pt x="227451" y="83200"/>
                  </a:lnTo>
                  <a:lnTo>
                    <a:pt x="227307" y="84345"/>
                  </a:lnTo>
                  <a:cubicBezTo>
                    <a:pt x="227239" y="84728"/>
                    <a:pt x="227149" y="85107"/>
                    <a:pt x="227038" y="85480"/>
                  </a:cubicBezTo>
                  <a:lnTo>
                    <a:pt x="226636" y="86595"/>
                  </a:lnTo>
                  <a:lnTo>
                    <a:pt x="226264" y="87369"/>
                  </a:lnTo>
                  <a:lnTo>
                    <a:pt x="226099" y="87678"/>
                  </a:lnTo>
                  <a:cubicBezTo>
                    <a:pt x="197578" y="137579"/>
                    <a:pt x="161091" y="163830"/>
                    <a:pt x="117185" y="165058"/>
                  </a:cubicBezTo>
                  <a:lnTo>
                    <a:pt x="113955" y="165099"/>
                  </a:lnTo>
                  <a:cubicBezTo>
                    <a:pt x="68594" y="165099"/>
                    <a:pt x="31024" y="138797"/>
                    <a:pt x="1812" y="87668"/>
                  </a:cubicBezTo>
                  <a:cubicBezTo>
                    <a:pt x="0" y="84496"/>
                    <a:pt x="0" y="80603"/>
                    <a:pt x="1812" y="77432"/>
                  </a:cubicBezTo>
                  <a:cubicBezTo>
                    <a:pt x="31024" y="26302"/>
                    <a:pt x="68594" y="0"/>
                    <a:pt x="113955" y="0"/>
                  </a:cubicBezTo>
                  <a:close/>
                  <a:moveTo>
                    <a:pt x="113955" y="51594"/>
                  </a:moveTo>
                  <a:cubicBezTo>
                    <a:pt x="96859" y="51594"/>
                    <a:pt x="82999" y="65453"/>
                    <a:pt x="82999" y="82550"/>
                  </a:cubicBezTo>
                  <a:cubicBezTo>
                    <a:pt x="82999" y="99646"/>
                    <a:pt x="96859" y="113506"/>
                    <a:pt x="113955" y="113506"/>
                  </a:cubicBezTo>
                  <a:cubicBezTo>
                    <a:pt x="131052" y="113506"/>
                    <a:pt x="144912" y="99646"/>
                    <a:pt x="144912" y="82550"/>
                  </a:cubicBezTo>
                  <a:cubicBezTo>
                    <a:pt x="144912" y="65453"/>
                    <a:pt x="131052" y="51594"/>
                    <a:pt x="113955" y="51594"/>
                  </a:cubicBezTo>
                </a:path>
              </a:pathLst>
            </a:custGeom>
            <a:solidFill>
              <a:schemeClr val="accent3"/>
            </a:solidFill>
            <a:ln>
              <a:noFill/>
            </a:ln>
          </p:spPr>
        </p:sp>
        <p:sp>
          <p:nvSpPr>
            <p:cNvPr id="17" name="TextBox 17"/>
            <p:cNvSpPr txBox="1"/>
            <p:nvPr/>
          </p:nvSpPr>
          <p:spPr>
            <a:xfrm>
              <a:off x="7363206" y="2291715"/>
              <a:ext cx="3081528" cy="999744"/>
            </a:xfrm>
            <a:prstGeom prst="rect">
              <a:avLst/>
            </a:prstGeom>
            <a:noFill/>
            <a:ln>
              <a:noFill/>
            </a:ln>
          </p:spPr>
          <p:txBody>
            <a:bodyPr wrap="square" lIns="0" tIns="0" rIns="0" bIns="0" anchor="t" anchorCtr="0"/>
            <a:lstStyle/>
            <a:p>
              <a:pPr algn="l">
                <a:lnSpc>
                  <a:spcPts val="2550"/>
                </a:lnSpc>
              </a:pPr>
              <a:r>
                <a:rPr lang="zh-CN" sz="1800" dirty="0">
                  <a:solidFill>
                    <a:schemeClr val="dk1"/>
                  </a:solidFill>
                  <a:latin typeface="+mn-lt"/>
                  <a:ea typeface="+mn-ea"/>
                  <a:cs typeface="+mn-cs"/>
                </a:rPr>
                <a:t>左：モジュール一覧。標準 / クラス /</a:t>
              </a:r>
              <a:r>
                <a:rPr lang="en-US" sz="1800" dirty="0">
                  <a:solidFill>
                    <a:schemeClr val="dk1"/>
                  </a:solidFill>
                  <a:latin typeface="+mn-lt"/>
                  <a:ea typeface="+mn-ea"/>
                  <a:cs typeface="+mn-cs"/>
                </a:rPr>
                <a:t xml:space="preserve"> </a:t>
              </a:r>
              <a:r>
                <a:rPr lang="zh-CN" sz="1800" dirty="0">
                  <a:solidFill>
                    <a:schemeClr val="dk1"/>
                  </a:solidFill>
                  <a:latin typeface="+mn-lt"/>
                  <a:ea typeface="+mn-ea"/>
                  <a:cs typeface="+mn-cs"/>
                </a:rPr>
                <a:t>シートで区分され、+5 −2 のように増減行数が出ます。</a:t>
              </a:r>
            </a:p>
          </p:txBody>
        </p:sp>
      </p:grpSp>
      <p:grpSp>
        <p:nvGrpSpPr>
          <p:cNvPr id="23" name="Group 23"/>
          <p:cNvGrpSpPr/>
          <p:nvPr/>
        </p:nvGrpSpPr>
        <p:grpSpPr>
          <a:xfrm>
            <a:off x="7003542" y="3390900"/>
            <a:ext cx="2750058" cy="1928051"/>
            <a:chOff x="7003542" y="3390900"/>
            <a:chExt cx="2750058" cy="1928051"/>
          </a:xfrm>
        </p:grpSpPr>
        <p:sp>
          <p:nvSpPr>
            <p:cNvPr id="19" name="Rectangle 19"/>
            <p:cNvSpPr/>
            <p:nvPr/>
          </p:nvSpPr>
          <p:spPr>
            <a:xfrm>
              <a:off x="7010400" y="3390900"/>
              <a:ext cx="2743200" cy="1581150"/>
            </a:xfrm>
            <a:prstGeom prst="roundRect">
              <a:avLst>
                <a:gd name="adj" fmla="val 7229"/>
              </a:avLst>
            </a:prstGeom>
            <a:solidFill>
              <a:schemeClr val="accent6"/>
            </a:solidFill>
            <a:ln>
              <a:noFill/>
            </a:ln>
          </p:spPr>
        </p:sp>
        <p:pic>
          <p:nvPicPr>
            <p:cNvPr id="20" name="Image 20"/>
            <p:cNvPicPr>
              <a:picLocks noChangeAspect="1"/>
            </p:cNvPicPr>
            <p:nvPr/>
          </p:nvPicPr>
          <p:blipFill>
            <a:blip r:embed="rId3"/>
            <a:stretch>
              <a:fillRect/>
            </a:stretch>
          </p:blipFill>
          <p:spPr>
            <a:xfrm>
              <a:off x="7048500" y="3429000"/>
              <a:ext cx="2667000" cy="1504950"/>
            </a:xfrm>
            <a:prstGeom prst="roundRect">
              <a:avLst>
                <a:gd name="adj" fmla="val 5063"/>
              </a:avLst>
            </a:prstGeom>
          </p:spPr>
        </p:pic>
        <p:sp>
          <p:nvSpPr>
            <p:cNvPr id="21" name="Rectangle 21"/>
            <p:cNvSpPr/>
            <p:nvPr/>
          </p:nvSpPr>
          <p:spPr>
            <a:xfrm>
              <a:off x="7048500" y="3429000"/>
              <a:ext cx="2667000" cy="1504950"/>
            </a:xfrm>
            <a:prstGeom prst="roundRect">
              <a:avLst>
                <a:gd name="adj" fmla="val 5063"/>
              </a:avLst>
            </a:prstGeom>
            <a:noFill/>
            <a:ln w="9525">
              <a:solidFill>
                <a:srgbClr val="E2E8F0"/>
              </a:solidFill>
            </a:ln>
          </p:spPr>
        </p:sp>
        <p:sp>
          <p:nvSpPr>
            <p:cNvPr id="22" name="TextBox 22"/>
            <p:cNvSpPr txBox="1"/>
            <p:nvPr/>
          </p:nvSpPr>
          <p:spPr>
            <a:xfrm>
              <a:off x="7003542" y="5054918"/>
              <a:ext cx="1304049" cy="264033"/>
            </a:xfrm>
            <a:prstGeom prst="rect">
              <a:avLst/>
            </a:prstGeom>
            <a:noFill/>
            <a:ln>
              <a:noFill/>
            </a:ln>
          </p:spPr>
          <p:txBody>
            <a:bodyPr wrap="none" lIns="0" tIns="0" rIns="0" bIns="0" anchor="t" anchorCtr="0">
              <a:spAutoFit/>
            </a:bodyPr>
            <a:lstStyle/>
            <a:p>
              <a:pPr algn="l"/>
              <a:r>
                <a:rPr lang="zh-CN" sz="1350" dirty="0">
                  <a:solidFill>
                    <a:srgbClr val="5B6B7C"/>
                  </a:solidFill>
                  <a:latin typeface="+mn-lt"/>
                  <a:ea typeface="+mn-ea"/>
                  <a:cs typeface="+mn-cs"/>
                </a:rPr>
                <a:t>開く前の要約画面</a:t>
              </a:r>
            </a:p>
          </p:txBody>
        </p:sp>
      </p:grpSp>
      <p:grpSp>
        <p:nvGrpSpPr>
          <p:cNvPr id="28" name="Group 28"/>
          <p:cNvGrpSpPr/>
          <p:nvPr/>
        </p:nvGrpSpPr>
        <p:grpSpPr>
          <a:xfrm>
            <a:off x="9936480" y="3430587"/>
            <a:ext cx="1644015" cy="1691958"/>
            <a:chOff x="9936480" y="3430587"/>
            <a:chExt cx="1644015" cy="1691958"/>
          </a:xfrm>
        </p:grpSpPr>
        <p:grpSp>
          <p:nvGrpSpPr>
            <p:cNvPr id="26" name="Group 26"/>
            <p:cNvGrpSpPr/>
            <p:nvPr/>
          </p:nvGrpSpPr>
          <p:grpSpPr>
            <a:xfrm>
              <a:off x="9985374" y="3430587"/>
              <a:ext cx="165101" cy="206375"/>
              <a:chOff x="9985374" y="3430587"/>
              <a:chExt cx="165101" cy="206375"/>
            </a:xfrm>
          </p:grpSpPr>
          <p:sp>
            <p:nvSpPr>
              <p:cNvPr id="24" name="Freeform 24"/>
              <p:cNvSpPr/>
              <p:nvPr/>
            </p:nvSpPr>
            <p:spPr>
              <a:xfrm>
                <a:off x="9985374" y="3430587"/>
                <a:ext cx="165101" cy="206375"/>
              </a:xfrm>
              <a:custGeom>
                <a:avLst/>
                <a:gdLst/>
                <a:ahLst/>
                <a:cxnLst/>
                <a:rect l="l" t="t" r="r" b="b"/>
                <a:pathLst>
                  <a:path w="165101" h="206375">
                    <a:moveTo>
                      <a:pt x="82551" y="0"/>
                    </a:moveTo>
                    <a:lnTo>
                      <a:pt x="83758" y="72"/>
                    </a:lnTo>
                    <a:cubicBezTo>
                      <a:pt x="88499" y="631"/>
                      <a:pt x="92238" y="4370"/>
                      <a:pt x="92797" y="9111"/>
                    </a:cubicBezTo>
                    <a:lnTo>
                      <a:pt x="92869" y="10319"/>
                    </a:lnTo>
                    <a:lnTo>
                      <a:pt x="92869" y="51594"/>
                    </a:lnTo>
                    <a:lnTo>
                      <a:pt x="92921" y="53141"/>
                    </a:lnTo>
                    <a:cubicBezTo>
                      <a:pt x="93684" y="63294"/>
                      <a:pt x="101737" y="71373"/>
                      <a:pt x="111887" y="72169"/>
                    </a:cubicBezTo>
                    <a:lnTo>
                      <a:pt x="113507" y="72231"/>
                    </a:lnTo>
                    <a:lnTo>
                      <a:pt x="154782" y="72231"/>
                    </a:lnTo>
                    <a:lnTo>
                      <a:pt x="155989" y="72303"/>
                    </a:lnTo>
                    <a:cubicBezTo>
                      <a:pt x="160730" y="72862"/>
                      <a:pt x="164469" y="76601"/>
                      <a:pt x="165028" y="81342"/>
                    </a:cubicBezTo>
                    <a:lnTo>
                      <a:pt x="165100" y="82550"/>
                    </a:lnTo>
                    <a:lnTo>
                      <a:pt x="165100" y="175418"/>
                    </a:lnTo>
                    <a:cubicBezTo>
                      <a:pt x="165101" y="191810"/>
                      <a:pt x="152324" y="205361"/>
                      <a:pt x="135960" y="206323"/>
                    </a:cubicBezTo>
                    <a:lnTo>
                      <a:pt x="134144" y="206374"/>
                    </a:lnTo>
                    <a:lnTo>
                      <a:pt x="30957" y="206374"/>
                    </a:lnTo>
                    <a:cubicBezTo>
                      <a:pt x="14565" y="206375"/>
                      <a:pt x="1014" y="193598"/>
                      <a:pt x="53" y="177234"/>
                    </a:cubicBezTo>
                    <a:lnTo>
                      <a:pt x="1" y="175418"/>
                    </a:lnTo>
                    <a:lnTo>
                      <a:pt x="1" y="30956"/>
                    </a:lnTo>
                    <a:cubicBezTo>
                      <a:pt x="0" y="14564"/>
                      <a:pt x="12777" y="1013"/>
                      <a:pt x="29141" y="52"/>
                    </a:cubicBezTo>
                    <a:lnTo>
                      <a:pt x="30957" y="0"/>
                    </a:lnTo>
                    <a:close/>
                    <a:moveTo>
                      <a:pt x="103188" y="154781"/>
                    </a:moveTo>
                    <a:lnTo>
                      <a:pt x="61913" y="154781"/>
                    </a:lnTo>
                    <a:cubicBezTo>
                      <a:pt x="56214" y="154781"/>
                      <a:pt x="51595" y="159401"/>
                      <a:pt x="51595" y="165099"/>
                    </a:cubicBezTo>
                    <a:cubicBezTo>
                      <a:pt x="51595" y="170798"/>
                      <a:pt x="56214" y="175418"/>
                      <a:pt x="61913" y="175418"/>
                    </a:cubicBezTo>
                    <a:lnTo>
                      <a:pt x="103188" y="175418"/>
                    </a:lnTo>
                    <a:cubicBezTo>
                      <a:pt x="108887" y="175418"/>
                      <a:pt x="113507" y="170798"/>
                      <a:pt x="113507" y="165099"/>
                    </a:cubicBezTo>
                    <a:cubicBezTo>
                      <a:pt x="113507" y="159401"/>
                      <a:pt x="108887" y="154781"/>
                      <a:pt x="103188" y="154781"/>
                    </a:cubicBezTo>
                    <a:moveTo>
                      <a:pt x="82551" y="82550"/>
                    </a:moveTo>
                    <a:cubicBezTo>
                      <a:pt x="76852" y="82550"/>
                      <a:pt x="72232" y="87170"/>
                      <a:pt x="72232" y="92868"/>
                    </a:cubicBezTo>
                    <a:lnTo>
                      <a:pt x="72232" y="103187"/>
                    </a:lnTo>
                    <a:lnTo>
                      <a:pt x="61913" y="103187"/>
                    </a:lnTo>
                    <a:cubicBezTo>
                      <a:pt x="56214" y="103187"/>
                      <a:pt x="51595" y="107807"/>
                      <a:pt x="51595" y="113506"/>
                    </a:cubicBezTo>
                    <a:cubicBezTo>
                      <a:pt x="51595" y="119205"/>
                      <a:pt x="56214" y="123825"/>
                      <a:pt x="61913" y="123825"/>
                    </a:cubicBezTo>
                    <a:lnTo>
                      <a:pt x="72232" y="123825"/>
                    </a:lnTo>
                    <a:lnTo>
                      <a:pt x="72232" y="134143"/>
                    </a:lnTo>
                    <a:cubicBezTo>
                      <a:pt x="72232" y="139842"/>
                      <a:pt x="76852" y="144462"/>
                      <a:pt x="82551" y="144462"/>
                    </a:cubicBezTo>
                    <a:cubicBezTo>
                      <a:pt x="88250" y="144462"/>
                      <a:pt x="92869" y="139842"/>
                      <a:pt x="92869" y="134143"/>
                    </a:cubicBezTo>
                    <a:lnTo>
                      <a:pt x="92869" y="123825"/>
                    </a:lnTo>
                    <a:lnTo>
                      <a:pt x="103188" y="123825"/>
                    </a:lnTo>
                    <a:cubicBezTo>
                      <a:pt x="108887" y="123825"/>
                      <a:pt x="113507" y="119205"/>
                      <a:pt x="113507" y="113506"/>
                    </a:cubicBezTo>
                    <a:cubicBezTo>
                      <a:pt x="113507" y="107807"/>
                      <a:pt x="108887" y="103187"/>
                      <a:pt x="103188" y="103187"/>
                    </a:cubicBezTo>
                    <a:lnTo>
                      <a:pt x="92869" y="103187"/>
                    </a:lnTo>
                    <a:lnTo>
                      <a:pt x="92869" y="92868"/>
                    </a:lnTo>
                    <a:cubicBezTo>
                      <a:pt x="92869" y="87170"/>
                      <a:pt x="88250" y="82550"/>
                      <a:pt x="82551" y="82550"/>
                    </a:cubicBezTo>
                  </a:path>
                </a:pathLst>
              </a:custGeom>
              <a:solidFill>
                <a:schemeClr val="accent3"/>
              </a:solidFill>
              <a:ln>
                <a:noFill/>
              </a:ln>
            </p:spPr>
          </p:sp>
          <p:sp>
            <p:nvSpPr>
              <p:cNvPr id="25" name="Freeform 25"/>
              <p:cNvSpPr/>
              <p:nvPr/>
            </p:nvSpPr>
            <p:spPr>
              <a:xfrm>
                <a:off x="10098870" y="3440896"/>
                <a:ext cx="41285" cy="41285"/>
              </a:xfrm>
              <a:custGeom>
                <a:avLst/>
                <a:gdLst/>
                <a:ahLst/>
                <a:cxnLst/>
                <a:rect l="l" t="t" r="r" b="b"/>
                <a:pathLst>
                  <a:path w="41285" h="41285">
                    <a:moveTo>
                      <a:pt x="41285" y="41285"/>
                    </a:moveTo>
                    <a:lnTo>
                      <a:pt x="10" y="41285"/>
                    </a:lnTo>
                    <a:lnTo>
                      <a:pt x="0" y="0"/>
                    </a:lnTo>
                    <a:close/>
                  </a:path>
                </a:pathLst>
              </a:custGeom>
              <a:solidFill>
                <a:schemeClr val="accent3"/>
              </a:solidFill>
              <a:ln>
                <a:noFill/>
              </a:ln>
            </p:spPr>
          </p:sp>
        </p:grpSp>
        <p:sp>
          <p:nvSpPr>
            <p:cNvPr id="27" name="TextBox 27"/>
            <p:cNvSpPr txBox="1"/>
            <p:nvPr/>
          </p:nvSpPr>
          <p:spPr>
            <a:xfrm>
              <a:off x="9936480" y="3762375"/>
              <a:ext cx="1644015" cy="1360170"/>
            </a:xfrm>
            <a:prstGeom prst="rect">
              <a:avLst/>
            </a:prstGeom>
            <a:noFill/>
            <a:ln>
              <a:noFill/>
            </a:ln>
          </p:spPr>
          <p:txBody>
            <a:bodyPr wrap="square" lIns="0" tIns="0" rIns="0" bIns="0" anchor="t" anchorCtr="0"/>
            <a:lstStyle/>
            <a:p>
              <a:pPr algn="l">
                <a:lnSpc>
                  <a:spcPts val="2100"/>
                </a:lnSpc>
              </a:pPr>
              <a:r>
                <a:rPr lang="zh-CN" sz="1500" dirty="0">
                  <a:solidFill>
                    <a:schemeClr val="dk1"/>
                  </a:solidFill>
                  <a:latin typeface="+mn-lt"/>
                  <a:ea typeface="+mn-ea"/>
                  <a:cs typeface="+mn-cs"/>
                </a:rPr>
                <a:t>右：インライン差分。削除行は赤、追加行は緑。［変更箇所の</a:t>
              </a:r>
              <a:r>
                <a:rPr lang="en-US" sz="1500" dirty="0">
                  <a:solidFill>
                    <a:schemeClr val="dk1"/>
                  </a:solidFill>
                  <a:latin typeface="+mn-lt"/>
                  <a:ea typeface="+mn-ea"/>
                  <a:cs typeface="+mn-cs"/>
                </a:rPr>
                <a:t xml:space="preserve"> </a:t>
              </a:r>
              <a:r>
                <a:rPr lang="zh-CN" sz="1500" dirty="0">
                  <a:solidFill>
                    <a:schemeClr val="dk1"/>
                  </a:solidFill>
                  <a:latin typeface="+mn-lt"/>
                  <a:ea typeface="+mn-ea"/>
                  <a:cs typeface="+mn-cs"/>
                </a:rPr>
                <a:t>み］［折り返し］で絞り込めます。</a:t>
              </a:r>
            </a:p>
          </p:txBody>
        </p:sp>
      </p:grpSp>
      <p:grpSp>
        <p:nvGrpSpPr>
          <p:cNvPr id="31" name="Group 31"/>
          <p:cNvGrpSpPr/>
          <p:nvPr/>
        </p:nvGrpSpPr>
        <p:grpSpPr>
          <a:xfrm>
            <a:off x="7010400" y="5467350"/>
            <a:ext cx="4800600" cy="742950"/>
            <a:chOff x="7010400" y="5467350"/>
            <a:chExt cx="4800600" cy="742950"/>
          </a:xfrm>
        </p:grpSpPr>
        <p:sp>
          <p:nvSpPr>
            <p:cNvPr id="29" name="Rectangle 29"/>
            <p:cNvSpPr/>
            <p:nvPr/>
          </p:nvSpPr>
          <p:spPr>
            <a:xfrm>
              <a:off x="7010400" y="5467350"/>
              <a:ext cx="4800600" cy="742950"/>
            </a:xfrm>
            <a:prstGeom prst="roundRect">
              <a:avLst>
                <a:gd name="adj" fmla="val 17949"/>
              </a:avLst>
            </a:prstGeom>
            <a:solidFill>
              <a:schemeClr val="accent6"/>
            </a:solidFill>
            <a:ln>
              <a:noFill/>
            </a:ln>
          </p:spPr>
        </p:sp>
        <p:sp>
          <p:nvSpPr>
            <p:cNvPr id="30" name="TextBox 30"/>
            <p:cNvSpPr txBox="1"/>
            <p:nvPr/>
          </p:nvSpPr>
          <p:spPr>
            <a:xfrm>
              <a:off x="7269480" y="5610225"/>
              <a:ext cx="2463165" cy="560070"/>
            </a:xfrm>
            <a:prstGeom prst="rect">
              <a:avLst/>
            </a:prstGeom>
            <a:noFill/>
            <a:ln>
              <a:noFill/>
            </a:ln>
          </p:spPr>
          <p:txBody>
            <a:bodyPr wrap="square" lIns="0" tIns="0" rIns="0" bIns="0" anchor="t" anchorCtr="0"/>
            <a:lstStyle/>
            <a:p>
              <a:pPr algn="l">
                <a:lnSpc>
                  <a:spcPts val="2100"/>
                </a:lnSpc>
              </a:pPr>
              <a:r>
                <a:rPr lang="zh-CN" sz="1500" dirty="0">
                  <a:solidFill>
                    <a:schemeClr val="dk1"/>
                  </a:solidFill>
                  <a:latin typeface="+mn-lt"/>
                  <a:ea typeface="+mn-ea"/>
                  <a:cs typeface="+mn-cs"/>
                </a:rPr>
                <a:t>写し間違いなど軽微な修正は［手動修正］でその場で直せます。</a:t>
              </a:r>
            </a:p>
          </p:txBody>
        </p:sp>
      </p:grpSp>
      <p:grpSp>
        <p:nvGrpSpPr>
          <p:cNvPr id="34" name="Group 34"/>
          <p:cNvGrpSpPr/>
          <p:nvPr/>
        </p:nvGrpSpPr>
        <p:grpSpPr>
          <a:xfrm>
            <a:off x="374904" y="6518910"/>
            <a:ext cx="11442192" cy="234696"/>
            <a:chOff x="374904" y="6518910"/>
            <a:chExt cx="11442192" cy="234696"/>
          </a:xfrm>
        </p:grpSpPr>
        <p:sp>
          <p:nvSpPr>
            <p:cNvPr id="32" name="TextBox 32"/>
            <p:cNvSpPr txBox="1"/>
            <p:nvPr/>
          </p:nvSpPr>
          <p:spPr>
            <a:xfrm>
              <a:off x="374904" y="6518910"/>
              <a:ext cx="1312621" cy="234696"/>
            </a:xfrm>
            <a:prstGeom prst="rect">
              <a:avLst/>
            </a:prstGeom>
            <a:noFill/>
            <a:ln>
              <a:noFill/>
            </a:ln>
          </p:spPr>
          <p:txBody>
            <a:bodyPr wrap="none" lIns="0" tIns="0" rIns="0" bIns="0" anchor="t" anchorCtr="0">
              <a:spAutoFit/>
            </a:bodyPr>
            <a:lstStyle/>
            <a:p>
              <a:pPr algn="l"/>
              <a:r>
                <a:rPr lang="zh-CN" sz="1200" dirty="0">
                  <a:solidFill>
                    <a:srgbClr val="5B6B7C"/>
                  </a:solidFill>
                  <a:latin typeface="+mn-lt"/>
                  <a:ea typeface="+mn-ea"/>
                  <a:cs typeface="+mn-cs"/>
                </a:rPr>
                <a:t>第二部 操作マニュアル</a:t>
              </a:r>
            </a:p>
          </p:txBody>
        </p:sp>
        <p:sp>
          <p:nvSpPr>
            <p:cNvPr id="33" name="TextBox 33"/>
            <p:cNvSpPr txBox="1"/>
            <p:nvPr/>
          </p:nvSpPr>
          <p:spPr>
            <a:xfrm>
              <a:off x="11627206" y="6518910"/>
              <a:ext cx="189890" cy="234696"/>
            </a:xfrm>
            <a:prstGeom prst="rect">
              <a:avLst/>
            </a:prstGeom>
            <a:noFill/>
            <a:ln>
              <a:noFill/>
            </a:ln>
          </p:spPr>
          <p:txBody>
            <a:bodyPr wrap="none" lIns="0" tIns="0" rIns="0" bIns="0" anchor="t" anchorCtr="0">
              <a:spAutoFit/>
            </a:bodyPr>
            <a:lstStyle/>
            <a:p>
              <a:pPr algn="r"/>
              <a:r>
                <a:rPr lang="en-US" sz="1200" dirty="0">
                  <a:solidFill>
                    <a:srgbClr val="5B6B7C"/>
                  </a:solidFill>
                  <a:latin typeface="+mn-lt"/>
                  <a:ea typeface="+mn-ea"/>
                  <a:cs typeface="+mn-cs"/>
                </a:rPr>
                <a:t>20</a:t>
              </a:r>
            </a:p>
          </p:txBody>
        </p:sp>
      </p:grpSp>
    </p:spTree>
  </p:cSld>
  <p:clrMapOvr>
    <a:masterClrMapping/>
  </p:clrMapOvr>
  <p:transition xmlns:p14="http://schemas.microsoft.com/office/powerpoint/2010/main" p14:dur="400">
    <p:fade/>
  </p:transition>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7" name="Group 7"/>
          <p:cNvGrpSpPr/>
          <p:nvPr/>
        </p:nvGrpSpPr>
        <p:grpSpPr>
          <a:xfrm>
            <a:off x="381000" y="476250"/>
            <a:ext cx="11439144" cy="657225"/>
            <a:chOff x="381000" y="476250"/>
            <a:chExt cx="11439144" cy="657225"/>
          </a:xfrm>
        </p:grpSpPr>
        <p:sp>
          <p:nvSpPr>
            <p:cNvPr id="2" name="Rectangle 2"/>
            <p:cNvSpPr/>
            <p:nvPr/>
          </p:nvSpPr>
          <p:spPr>
            <a:xfrm>
              <a:off x="381000" y="476250"/>
              <a:ext cx="1104900" cy="342900"/>
            </a:xfrm>
            <a:prstGeom prst="roundRect">
              <a:avLst>
                <a:gd name="adj" fmla="val 50000"/>
              </a:avLst>
            </a:prstGeom>
            <a:solidFill>
              <a:schemeClr val="accent1"/>
            </a:solidFill>
            <a:ln>
              <a:noFill/>
            </a:ln>
          </p:spPr>
        </p:sp>
        <p:sp>
          <p:nvSpPr>
            <p:cNvPr id="3" name="TextBox 3"/>
            <p:cNvSpPr txBox="1"/>
            <p:nvPr/>
          </p:nvSpPr>
          <p:spPr>
            <a:xfrm>
              <a:off x="654668" y="568642"/>
              <a:ext cx="557564"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mn-lt"/>
                  <a:ea typeface="+mn-ea"/>
                  <a:cs typeface="+mn-cs"/>
                </a:rPr>
                <a:t>手順 4</a:t>
              </a:r>
            </a:p>
          </p:txBody>
        </p:sp>
        <p:sp>
          <p:nvSpPr>
            <p:cNvPr id="4" name="TextBox 4"/>
            <p:cNvSpPr txBox="1"/>
            <p:nvPr/>
          </p:nvSpPr>
          <p:spPr>
            <a:xfrm>
              <a:off x="1641348" y="479108"/>
              <a:ext cx="3772151" cy="616077"/>
            </a:xfrm>
            <a:prstGeom prst="rect">
              <a:avLst/>
            </a:prstGeom>
            <a:noFill/>
            <a:ln>
              <a:noFill/>
            </a:ln>
          </p:spPr>
          <p:txBody>
            <a:bodyPr wrap="none" lIns="0" tIns="0" rIns="0" bIns="0" anchor="t" anchorCtr="0">
              <a:spAutoFit/>
            </a:bodyPr>
            <a:lstStyle/>
            <a:p>
              <a:pPr algn="l"/>
              <a:r>
                <a:rPr lang="zh-CN" sz="3150" b="1" dirty="0">
                  <a:solidFill>
                    <a:schemeClr val="dk1"/>
                  </a:solidFill>
                  <a:latin typeface="+mn-lt"/>
                  <a:ea typeface="+mn-ea"/>
                  <a:cs typeface="+mn-cs"/>
                </a:rPr>
                <a:t>改修済みブックを作ります</a:t>
              </a:r>
            </a:p>
          </p:txBody>
        </p:sp>
        <p:sp>
          <p:nvSpPr>
            <p:cNvPr id="5" name="TextBox 5"/>
            <p:cNvSpPr txBox="1"/>
            <p:nvPr/>
          </p:nvSpPr>
          <p:spPr>
            <a:xfrm>
              <a:off x="9499248" y="605790"/>
              <a:ext cx="2320896" cy="352044"/>
            </a:xfrm>
            <a:prstGeom prst="rect">
              <a:avLst/>
            </a:prstGeom>
            <a:noFill/>
            <a:ln>
              <a:noFill/>
            </a:ln>
          </p:spPr>
          <p:txBody>
            <a:bodyPr wrap="none" lIns="0" tIns="0" rIns="0" bIns="0" anchor="t" anchorCtr="0">
              <a:spAutoFit/>
            </a:bodyPr>
            <a:lstStyle/>
            <a:p>
              <a:pPr algn="r"/>
              <a:r>
                <a:rPr lang="zh-CN" sz="1800" b="1" dirty="0">
                  <a:solidFill>
                    <a:schemeClr val="accent1"/>
                  </a:solidFill>
                  <a:latin typeface="+mn-lt"/>
                  <a:ea typeface="+mn-ea"/>
                  <a:cs typeface="+mn-cs"/>
                </a:rPr>
                <a:t>別名の新しいブックができます</a:t>
              </a:r>
            </a:p>
          </p:txBody>
        </p:sp>
        <p:sp>
          <p:nvSpPr>
            <p:cNvPr id="6" name="Line 6"/>
            <p:cNvSpPr/>
            <p:nvPr/>
          </p:nvSpPr>
          <p:spPr>
            <a:xfrm>
              <a:off x="381000" y="1123950"/>
              <a:ext cx="11430000" cy="9525"/>
            </a:xfrm>
            <a:custGeom>
              <a:avLst/>
              <a:gdLst/>
              <a:ahLst/>
              <a:cxnLst/>
              <a:rect l="l" t="t" r="r" b="b"/>
              <a:pathLst>
                <a:path w="11430000" h="9525">
                  <a:moveTo>
                    <a:pt x="0" y="0"/>
                  </a:moveTo>
                  <a:lnTo>
                    <a:pt x="11430000" y="0"/>
                  </a:lnTo>
                </a:path>
              </a:pathLst>
            </a:custGeom>
            <a:noFill/>
            <a:ln w="9525">
              <a:solidFill>
                <a:srgbClr val="E2E8F0"/>
              </a:solidFill>
            </a:ln>
          </p:spPr>
        </p:sp>
      </p:grpSp>
      <p:grpSp>
        <p:nvGrpSpPr>
          <p:cNvPr id="11" name="Group 11"/>
          <p:cNvGrpSpPr/>
          <p:nvPr/>
        </p:nvGrpSpPr>
        <p:grpSpPr>
          <a:xfrm>
            <a:off x="342900" y="1371600"/>
            <a:ext cx="6477000" cy="3676650"/>
            <a:chOff x="342900" y="1371600"/>
            <a:chExt cx="6477000" cy="3676650"/>
          </a:xfrm>
        </p:grpSpPr>
        <p:sp>
          <p:nvSpPr>
            <p:cNvPr id="8" name="Rectangle 8"/>
            <p:cNvSpPr/>
            <p:nvPr/>
          </p:nvSpPr>
          <p:spPr>
            <a:xfrm>
              <a:off x="342900" y="1371600"/>
              <a:ext cx="6477000" cy="3676650"/>
            </a:xfrm>
            <a:prstGeom prst="roundRect">
              <a:avLst>
                <a:gd name="adj" fmla="val 3627"/>
              </a:avLst>
            </a:prstGeom>
            <a:solidFill>
              <a:schemeClr val="accent6"/>
            </a:solidFill>
            <a:ln>
              <a:noFill/>
            </a:ln>
          </p:spPr>
        </p:sp>
        <p:pic>
          <p:nvPicPr>
            <p:cNvPr id="9" name="Image 9"/>
            <p:cNvPicPr>
              <a:picLocks noChangeAspect="1"/>
            </p:cNvPicPr>
            <p:nvPr/>
          </p:nvPicPr>
          <p:blipFill>
            <a:blip r:embed="rId2"/>
            <a:stretch>
              <a:fillRect/>
            </a:stretch>
          </p:blipFill>
          <p:spPr>
            <a:xfrm>
              <a:off x="381000" y="1409700"/>
              <a:ext cx="6400800" cy="3600450"/>
            </a:xfrm>
            <a:prstGeom prst="roundRect">
              <a:avLst>
                <a:gd name="adj" fmla="val 2645"/>
              </a:avLst>
            </a:prstGeom>
          </p:spPr>
        </p:pic>
        <p:sp>
          <p:nvSpPr>
            <p:cNvPr id="10" name="Rectangle 10"/>
            <p:cNvSpPr/>
            <p:nvPr/>
          </p:nvSpPr>
          <p:spPr>
            <a:xfrm>
              <a:off x="381000" y="1409700"/>
              <a:ext cx="6400800" cy="3600450"/>
            </a:xfrm>
            <a:prstGeom prst="roundRect">
              <a:avLst>
                <a:gd name="adj" fmla="val 2646"/>
              </a:avLst>
            </a:prstGeom>
            <a:noFill/>
            <a:ln w="9525">
              <a:solidFill>
                <a:srgbClr val="E2E8F0"/>
              </a:solidFill>
            </a:ln>
          </p:spPr>
        </p:sp>
      </p:grpSp>
      <p:grpSp>
        <p:nvGrpSpPr>
          <p:cNvPr id="14" name="Group 14"/>
          <p:cNvGrpSpPr/>
          <p:nvPr/>
        </p:nvGrpSpPr>
        <p:grpSpPr>
          <a:xfrm>
            <a:off x="342900" y="5238750"/>
            <a:ext cx="6477000" cy="971550"/>
            <a:chOff x="342900" y="5238750"/>
            <a:chExt cx="6477000" cy="971550"/>
          </a:xfrm>
        </p:grpSpPr>
        <p:sp>
          <p:nvSpPr>
            <p:cNvPr id="12" name="Rectangle 12"/>
            <p:cNvSpPr/>
            <p:nvPr/>
          </p:nvSpPr>
          <p:spPr>
            <a:xfrm>
              <a:off x="342900" y="5238750"/>
              <a:ext cx="6477000" cy="971550"/>
            </a:xfrm>
            <a:prstGeom prst="roundRect">
              <a:avLst>
                <a:gd name="adj" fmla="val 13725"/>
              </a:avLst>
            </a:prstGeom>
            <a:solidFill>
              <a:schemeClr val="accent6"/>
            </a:solidFill>
            <a:ln>
              <a:noFill/>
            </a:ln>
          </p:spPr>
        </p:sp>
        <p:sp>
          <p:nvSpPr>
            <p:cNvPr id="13" name="TextBox 13"/>
            <p:cNvSpPr txBox="1"/>
            <p:nvPr/>
          </p:nvSpPr>
          <p:spPr>
            <a:xfrm>
              <a:off x="582930" y="5381625"/>
              <a:ext cx="5111115" cy="560070"/>
            </a:xfrm>
            <a:prstGeom prst="rect">
              <a:avLst/>
            </a:prstGeom>
            <a:noFill/>
            <a:ln>
              <a:noFill/>
            </a:ln>
          </p:spPr>
          <p:txBody>
            <a:bodyPr wrap="square" lIns="0" tIns="0" rIns="0" bIns="0" anchor="t" anchorCtr="0"/>
            <a:lstStyle/>
            <a:p>
              <a:pPr algn="l">
                <a:lnSpc>
                  <a:spcPts val="2100"/>
                </a:lnSpc>
              </a:pPr>
              <a:r>
                <a:rPr lang="zh-CN" sz="1500" dirty="0">
                  <a:solidFill>
                    <a:schemeClr val="dk1"/>
                  </a:solidFill>
                  <a:latin typeface="+mn-lt"/>
                  <a:ea typeface="+mn-ea"/>
                  <a:cs typeface="+mn-cs"/>
                </a:rPr>
                <a:t>既定の出力名は「ブック名_macrostudio.xlsm」。名前はファイル名だけを入れます。区切り文字や、元と違う拡張子は使えません。</a:t>
              </a:r>
            </a:p>
          </p:txBody>
        </p:sp>
      </p:grpSp>
      <p:grpSp>
        <p:nvGrpSpPr>
          <p:cNvPr id="17" name="Group 17"/>
          <p:cNvGrpSpPr/>
          <p:nvPr/>
        </p:nvGrpSpPr>
        <p:grpSpPr>
          <a:xfrm>
            <a:off x="7001256" y="1514475"/>
            <a:ext cx="2670048" cy="1348359"/>
            <a:chOff x="7001256" y="1514475"/>
            <a:chExt cx="2670048" cy="1348359"/>
          </a:xfrm>
        </p:grpSpPr>
        <p:sp>
          <p:nvSpPr>
            <p:cNvPr id="15" name="TextBox 15"/>
            <p:cNvSpPr txBox="1"/>
            <p:nvPr/>
          </p:nvSpPr>
          <p:spPr>
            <a:xfrm>
              <a:off x="7002780" y="1514475"/>
              <a:ext cx="2188512" cy="293370"/>
            </a:xfrm>
            <a:prstGeom prst="rect">
              <a:avLst/>
            </a:prstGeom>
            <a:noFill/>
            <a:ln>
              <a:noFill/>
            </a:ln>
          </p:spPr>
          <p:txBody>
            <a:bodyPr wrap="none" lIns="0" tIns="0" rIns="0" bIns="0" anchor="t" anchorCtr="0">
              <a:spAutoFit/>
            </a:bodyPr>
            <a:lstStyle/>
            <a:p>
              <a:pPr algn="l"/>
              <a:r>
                <a:rPr lang="zh-CN" sz="1500" b="1" dirty="0">
                  <a:solidFill>
                    <a:srgbClr val="5B6B7C"/>
                  </a:solidFill>
                  <a:latin typeface="+mn-lt"/>
                  <a:ea typeface="+mn-ea"/>
                  <a:cs typeface="+mn-cs"/>
                </a:rPr>
                <a:t>1. 出力ファイル名を確認する</a:t>
              </a:r>
            </a:p>
          </p:txBody>
        </p:sp>
        <p:sp>
          <p:nvSpPr>
            <p:cNvPr id="16" name="TextBox 16"/>
            <p:cNvSpPr txBox="1"/>
            <p:nvPr/>
          </p:nvSpPr>
          <p:spPr>
            <a:xfrm>
              <a:off x="7001256" y="1863090"/>
              <a:ext cx="2670048" cy="999744"/>
            </a:xfrm>
            <a:prstGeom prst="rect">
              <a:avLst/>
            </a:prstGeom>
            <a:noFill/>
            <a:ln>
              <a:noFill/>
            </a:ln>
          </p:spPr>
          <p:txBody>
            <a:bodyPr wrap="square" lIns="0" tIns="0" rIns="0" bIns="0" anchor="t" anchorCtr="0"/>
            <a:lstStyle/>
            <a:p>
              <a:pPr algn="l">
                <a:lnSpc>
                  <a:spcPts val="2550"/>
                </a:lnSpc>
              </a:pPr>
              <a:r>
                <a:rPr lang="zh-CN" sz="1800" dirty="0">
                  <a:solidFill>
                    <a:schemeClr val="dk1"/>
                  </a:solidFill>
                  <a:latin typeface="+mn-lt"/>
                  <a:ea typeface="+mn-ea"/>
                  <a:cs typeface="+mn-cs"/>
                </a:rPr>
                <a:t>書き戻したあとブックを読み直して、意図どおり書き込まれたかを検証しています。</a:t>
              </a:r>
            </a:p>
          </p:txBody>
        </p:sp>
      </p:grpSp>
      <p:grpSp>
        <p:nvGrpSpPr>
          <p:cNvPr id="23" name="Group 23"/>
          <p:cNvGrpSpPr/>
          <p:nvPr/>
        </p:nvGrpSpPr>
        <p:grpSpPr>
          <a:xfrm>
            <a:off x="7002780" y="3076575"/>
            <a:ext cx="2369820" cy="1975676"/>
            <a:chOff x="7002780" y="3076575"/>
            <a:chExt cx="2369820" cy="1975676"/>
          </a:xfrm>
        </p:grpSpPr>
        <p:sp>
          <p:nvSpPr>
            <p:cNvPr id="18" name="TextBox 18"/>
            <p:cNvSpPr txBox="1"/>
            <p:nvPr/>
          </p:nvSpPr>
          <p:spPr>
            <a:xfrm>
              <a:off x="7002780" y="3076575"/>
              <a:ext cx="873947" cy="293370"/>
            </a:xfrm>
            <a:prstGeom prst="rect">
              <a:avLst/>
            </a:prstGeom>
            <a:noFill/>
            <a:ln>
              <a:noFill/>
            </a:ln>
          </p:spPr>
          <p:txBody>
            <a:bodyPr wrap="none" lIns="0" tIns="0" rIns="0" bIns="0" anchor="t" anchorCtr="0">
              <a:spAutoFit/>
            </a:bodyPr>
            <a:lstStyle/>
            <a:p>
              <a:pPr algn="l"/>
              <a:r>
                <a:rPr lang="zh-CN" sz="1500" b="1" dirty="0">
                  <a:solidFill>
                    <a:srgbClr val="5B6B7C"/>
                  </a:solidFill>
                  <a:latin typeface="+mn-lt"/>
                  <a:ea typeface="+mn-ea"/>
                  <a:cs typeface="+mn-cs"/>
                </a:rPr>
                <a:t>2. ビルド中</a:t>
              </a:r>
            </a:p>
          </p:txBody>
        </p:sp>
        <p:sp>
          <p:nvSpPr>
            <p:cNvPr id="19" name="Rectangle 19"/>
            <p:cNvSpPr/>
            <p:nvPr/>
          </p:nvSpPr>
          <p:spPr>
            <a:xfrm>
              <a:off x="7010400" y="3352800"/>
              <a:ext cx="2362200" cy="1362075"/>
            </a:xfrm>
            <a:prstGeom prst="roundRect">
              <a:avLst>
                <a:gd name="adj" fmla="val 8392"/>
              </a:avLst>
            </a:prstGeom>
            <a:solidFill>
              <a:schemeClr val="accent6"/>
            </a:solidFill>
            <a:ln>
              <a:noFill/>
            </a:ln>
          </p:spPr>
        </p:sp>
        <p:pic>
          <p:nvPicPr>
            <p:cNvPr id="20" name="Image 20"/>
            <p:cNvPicPr>
              <a:picLocks noChangeAspect="1"/>
            </p:cNvPicPr>
            <p:nvPr/>
          </p:nvPicPr>
          <p:blipFill>
            <a:blip r:embed="rId3"/>
            <a:stretch>
              <a:fillRect/>
            </a:stretch>
          </p:blipFill>
          <p:spPr>
            <a:xfrm>
              <a:off x="7048500" y="3390900"/>
              <a:ext cx="2286000" cy="1285875"/>
            </a:xfrm>
            <a:prstGeom prst="roundRect">
              <a:avLst>
                <a:gd name="adj" fmla="val 5925"/>
              </a:avLst>
            </a:prstGeom>
          </p:spPr>
        </p:pic>
        <p:sp>
          <p:nvSpPr>
            <p:cNvPr id="21" name="Rectangle 21"/>
            <p:cNvSpPr/>
            <p:nvPr/>
          </p:nvSpPr>
          <p:spPr>
            <a:xfrm>
              <a:off x="7048500" y="3390900"/>
              <a:ext cx="2286000" cy="1285875"/>
            </a:xfrm>
            <a:prstGeom prst="roundRect">
              <a:avLst>
                <a:gd name="adj" fmla="val 5926"/>
              </a:avLst>
            </a:prstGeom>
            <a:noFill/>
            <a:ln w="9525">
              <a:solidFill>
                <a:srgbClr val="E2E8F0"/>
              </a:solidFill>
            </a:ln>
          </p:spPr>
        </p:sp>
        <p:sp>
          <p:nvSpPr>
            <p:cNvPr id="22" name="TextBox 22"/>
            <p:cNvSpPr txBox="1"/>
            <p:nvPr/>
          </p:nvSpPr>
          <p:spPr>
            <a:xfrm>
              <a:off x="7003542" y="4788218"/>
              <a:ext cx="2358123" cy="264033"/>
            </a:xfrm>
            <a:prstGeom prst="rect">
              <a:avLst/>
            </a:prstGeom>
            <a:noFill/>
            <a:ln>
              <a:noFill/>
            </a:ln>
          </p:spPr>
          <p:txBody>
            <a:bodyPr wrap="none" lIns="0" tIns="0" rIns="0" bIns="0" anchor="t" anchorCtr="0">
              <a:spAutoFit/>
            </a:bodyPr>
            <a:lstStyle/>
            <a:p>
              <a:pPr algn="l"/>
              <a:r>
                <a:rPr lang="zh-CN" sz="1350" dirty="0">
                  <a:solidFill>
                    <a:srgbClr val="5B6B7C"/>
                  </a:solidFill>
                  <a:latin typeface="+mn-lt"/>
                  <a:ea typeface="+mn-ea"/>
                  <a:cs typeface="+mn-cs"/>
                </a:rPr>
                <a:t>自動で進みます（通常 1〜2 秒）</a:t>
              </a:r>
            </a:p>
          </p:txBody>
        </p:sp>
      </p:grpSp>
      <p:grpSp>
        <p:nvGrpSpPr>
          <p:cNvPr id="29" name="Group 29"/>
          <p:cNvGrpSpPr/>
          <p:nvPr/>
        </p:nvGrpSpPr>
        <p:grpSpPr>
          <a:xfrm>
            <a:off x="9479280" y="3076575"/>
            <a:ext cx="2369820" cy="1975676"/>
            <a:chOff x="9479280" y="3076575"/>
            <a:chExt cx="2369820" cy="1975676"/>
          </a:xfrm>
        </p:grpSpPr>
        <p:sp>
          <p:nvSpPr>
            <p:cNvPr id="24" name="TextBox 24"/>
            <p:cNvSpPr txBox="1"/>
            <p:nvPr/>
          </p:nvSpPr>
          <p:spPr>
            <a:xfrm>
              <a:off x="9479280" y="3076575"/>
              <a:ext cx="736130" cy="293370"/>
            </a:xfrm>
            <a:prstGeom prst="rect">
              <a:avLst/>
            </a:prstGeom>
            <a:noFill/>
            <a:ln>
              <a:noFill/>
            </a:ln>
          </p:spPr>
          <p:txBody>
            <a:bodyPr wrap="none" lIns="0" tIns="0" rIns="0" bIns="0" anchor="t" anchorCtr="0">
              <a:spAutoFit/>
            </a:bodyPr>
            <a:lstStyle/>
            <a:p>
              <a:pPr algn="l"/>
              <a:r>
                <a:rPr lang="zh-CN" sz="1500" b="1" dirty="0">
                  <a:solidFill>
                    <a:srgbClr val="5B6B7C"/>
                  </a:solidFill>
                  <a:latin typeface="+mn-lt"/>
                  <a:ea typeface="+mn-ea"/>
                  <a:cs typeface="+mn-cs"/>
                </a:rPr>
                <a:t>3. 完成</a:t>
              </a:r>
            </a:p>
          </p:txBody>
        </p:sp>
        <p:sp>
          <p:nvSpPr>
            <p:cNvPr id="25" name="Rectangle 25"/>
            <p:cNvSpPr/>
            <p:nvPr/>
          </p:nvSpPr>
          <p:spPr>
            <a:xfrm>
              <a:off x="9486900" y="3352800"/>
              <a:ext cx="2362200" cy="1362075"/>
            </a:xfrm>
            <a:prstGeom prst="roundRect">
              <a:avLst>
                <a:gd name="adj" fmla="val 8392"/>
              </a:avLst>
            </a:prstGeom>
            <a:solidFill>
              <a:schemeClr val="accent6"/>
            </a:solidFill>
            <a:ln>
              <a:noFill/>
            </a:ln>
          </p:spPr>
        </p:sp>
        <p:pic>
          <p:nvPicPr>
            <p:cNvPr id="26" name="Image 26"/>
            <p:cNvPicPr>
              <a:picLocks noChangeAspect="1"/>
            </p:cNvPicPr>
            <p:nvPr/>
          </p:nvPicPr>
          <p:blipFill>
            <a:blip r:embed="rId4"/>
            <a:stretch>
              <a:fillRect/>
            </a:stretch>
          </p:blipFill>
          <p:spPr>
            <a:xfrm>
              <a:off x="9525000" y="3390900"/>
              <a:ext cx="2286000" cy="1285875"/>
            </a:xfrm>
            <a:prstGeom prst="roundRect">
              <a:avLst>
                <a:gd name="adj" fmla="val 5925"/>
              </a:avLst>
            </a:prstGeom>
          </p:spPr>
        </p:pic>
        <p:sp>
          <p:nvSpPr>
            <p:cNvPr id="27" name="Rectangle 27"/>
            <p:cNvSpPr/>
            <p:nvPr/>
          </p:nvSpPr>
          <p:spPr>
            <a:xfrm>
              <a:off x="9525000" y="3390900"/>
              <a:ext cx="2286000" cy="1285875"/>
            </a:xfrm>
            <a:prstGeom prst="roundRect">
              <a:avLst>
                <a:gd name="adj" fmla="val 5926"/>
              </a:avLst>
            </a:prstGeom>
            <a:noFill/>
            <a:ln w="9525">
              <a:solidFill>
                <a:srgbClr val="E2E8F0"/>
              </a:solidFill>
            </a:ln>
          </p:spPr>
        </p:sp>
        <p:sp>
          <p:nvSpPr>
            <p:cNvPr id="28" name="TextBox 28"/>
            <p:cNvSpPr txBox="1"/>
            <p:nvPr/>
          </p:nvSpPr>
          <p:spPr>
            <a:xfrm>
              <a:off x="9480042" y="4788218"/>
              <a:ext cx="1703870" cy="264033"/>
            </a:xfrm>
            <a:prstGeom prst="rect">
              <a:avLst/>
            </a:prstGeom>
            <a:noFill/>
            <a:ln>
              <a:noFill/>
            </a:ln>
          </p:spPr>
          <p:txBody>
            <a:bodyPr wrap="none" lIns="0" tIns="0" rIns="0" bIns="0" anchor="t" anchorCtr="0">
              <a:spAutoFit/>
            </a:bodyPr>
            <a:lstStyle/>
            <a:p>
              <a:pPr algn="l"/>
              <a:r>
                <a:rPr lang="zh-CN" sz="1350" dirty="0">
                  <a:solidFill>
                    <a:srgbClr val="5B6B7C"/>
                  </a:solidFill>
                  <a:latin typeface="+mn-lt"/>
                  <a:ea typeface="+mn-ea"/>
                  <a:cs typeface="+mn-cs"/>
                </a:rPr>
                <a:t>右下が［完了］になります</a:t>
              </a:r>
            </a:p>
          </p:txBody>
        </p:sp>
      </p:grpSp>
      <p:grpSp>
        <p:nvGrpSpPr>
          <p:cNvPr id="34" name="Group 34"/>
          <p:cNvGrpSpPr/>
          <p:nvPr/>
        </p:nvGrpSpPr>
        <p:grpSpPr>
          <a:xfrm>
            <a:off x="7001256" y="5219700"/>
            <a:ext cx="4809744" cy="1072134"/>
            <a:chOff x="7001256" y="5219700"/>
            <a:chExt cx="4809744" cy="1072134"/>
          </a:xfrm>
        </p:grpSpPr>
        <p:sp>
          <p:nvSpPr>
            <p:cNvPr id="30" name="Rectangle 30"/>
            <p:cNvSpPr/>
            <p:nvPr/>
          </p:nvSpPr>
          <p:spPr>
            <a:xfrm>
              <a:off x="7010400" y="5219700"/>
              <a:ext cx="4800600" cy="609600"/>
            </a:xfrm>
            <a:prstGeom prst="roundRect">
              <a:avLst>
                <a:gd name="adj" fmla="val 21875"/>
              </a:avLst>
            </a:prstGeom>
            <a:solidFill>
              <a:schemeClr val="lt1"/>
            </a:solidFill>
            <a:ln w="19050">
              <a:solidFill>
                <a:schemeClr val="accent2"/>
              </a:solidFill>
            </a:ln>
          </p:spPr>
        </p:sp>
        <p:sp>
          <p:nvSpPr>
            <p:cNvPr id="31" name="Freeform 31"/>
            <p:cNvSpPr/>
            <p:nvPr/>
          </p:nvSpPr>
          <p:spPr>
            <a:xfrm>
              <a:off x="7267588" y="5409708"/>
              <a:ext cx="247496" cy="214761"/>
            </a:xfrm>
            <a:custGeom>
              <a:avLst/>
              <a:gdLst/>
              <a:ahLst/>
              <a:cxnLst/>
              <a:rect l="l" t="t" r="r" b="b"/>
              <a:pathLst>
                <a:path w="247496" h="214761">
                  <a:moveTo>
                    <a:pt x="123812" y="0"/>
                  </a:moveTo>
                  <a:cubicBezTo>
                    <a:pt x="134425" y="0"/>
                    <a:pt x="144315" y="5190"/>
                    <a:pt x="150371" y="13857"/>
                  </a:cubicBezTo>
                  <a:lnTo>
                    <a:pt x="151538" y="15635"/>
                  </a:lnTo>
                  <a:lnTo>
                    <a:pt x="241705" y="166188"/>
                  </a:lnTo>
                  <a:cubicBezTo>
                    <a:pt x="247275" y="175835"/>
                    <a:pt x="247496" y="187668"/>
                    <a:pt x="242289" y="197516"/>
                  </a:cubicBezTo>
                  <a:cubicBezTo>
                    <a:pt x="237081" y="207364"/>
                    <a:pt x="227178" y="213844"/>
                    <a:pt x="216069" y="214672"/>
                  </a:cubicBezTo>
                  <a:lnTo>
                    <a:pt x="213902" y="214761"/>
                  </a:lnTo>
                  <a:lnTo>
                    <a:pt x="33601" y="214761"/>
                  </a:lnTo>
                  <a:cubicBezTo>
                    <a:pt x="22481" y="214636"/>
                    <a:pt x="12203" y="208813"/>
                    <a:pt x="6379" y="199340"/>
                  </a:cubicBezTo>
                  <a:cubicBezTo>
                    <a:pt x="555" y="189866"/>
                    <a:pt x="0" y="178067"/>
                    <a:pt x="4908" y="168088"/>
                  </a:cubicBezTo>
                  <a:lnTo>
                    <a:pt x="6009" y="166032"/>
                  </a:lnTo>
                  <a:lnTo>
                    <a:pt x="96131" y="15591"/>
                  </a:lnTo>
                  <a:cubicBezTo>
                    <a:pt x="102000" y="5914"/>
                    <a:pt x="112495" y="2"/>
                    <a:pt x="123812" y="0"/>
                  </a:cubicBezTo>
                  <a:close/>
                  <a:moveTo>
                    <a:pt x="123924" y="148130"/>
                  </a:moveTo>
                  <a:lnTo>
                    <a:pt x="122512" y="148208"/>
                  </a:lnTo>
                  <a:cubicBezTo>
                    <a:pt x="116922" y="148873"/>
                    <a:pt x="112712" y="153613"/>
                    <a:pt x="112712" y="159243"/>
                  </a:cubicBezTo>
                  <a:cubicBezTo>
                    <a:pt x="112712" y="164872"/>
                    <a:pt x="116922" y="169612"/>
                    <a:pt x="122512" y="170277"/>
                  </a:cubicBezTo>
                  <a:lnTo>
                    <a:pt x="123812" y="170355"/>
                  </a:lnTo>
                  <a:lnTo>
                    <a:pt x="125224" y="170277"/>
                  </a:lnTo>
                  <a:cubicBezTo>
                    <a:pt x="130814" y="169612"/>
                    <a:pt x="135024" y="164872"/>
                    <a:pt x="135024" y="159243"/>
                  </a:cubicBezTo>
                  <a:cubicBezTo>
                    <a:pt x="135024" y="153613"/>
                    <a:pt x="130814" y="148873"/>
                    <a:pt x="125224" y="148208"/>
                  </a:cubicBezTo>
                  <a:lnTo>
                    <a:pt x="123924" y="148130"/>
                  </a:lnTo>
                  <a:close/>
                  <a:moveTo>
                    <a:pt x="123812" y="70342"/>
                  </a:moveTo>
                  <a:cubicBezTo>
                    <a:pt x="118179" y="70343"/>
                    <a:pt x="113437" y="74560"/>
                    <a:pt x="112778" y="80155"/>
                  </a:cubicBezTo>
                  <a:lnTo>
                    <a:pt x="112700" y="81455"/>
                  </a:lnTo>
                  <a:lnTo>
                    <a:pt x="112700" y="125905"/>
                  </a:lnTo>
                  <a:lnTo>
                    <a:pt x="112778" y="127205"/>
                  </a:lnTo>
                  <a:cubicBezTo>
                    <a:pt x="113443" y="132795"/>
                    <a:pt x="118183" y="137005"/>
                    <a:pt x="123812" y="137005"/>
                  </a:cubicBezTo>
                  <a:cubicBezTo>
                    <a:pt x="129442" y="137005"/>
                    <a:pt x="134182" y="132795"/>
                    <a:pt x="134847" y="127205"/>
                  </a:cubicBezTo>
                  <a:lnTo>
                    <a:pt x="134925" y="125905"/>
                  </a:lnTo>
                  <a:lnTo>
                    <a:pt x="134925" y="81455"/>
                  </a:lnTo>
                  <a:lnTo>
                    <a:pt x="134847" y="80155"/>
                  </a:lnTo>
                  <a:cubicBezTo>
                    <a:pt x="134188" y="74560"/>
                    <a:pt x="129446" y="70343"/>
                    <a:pt x="123812" y="70342"/>
                  </a:cubicBezTo>
                  <a:close/>
                </a:path>
              </a:pathLst>
            </a:custGeom>
            <a:solidFill>
              <a:schemeClr val="accent2"/>
            </a:solidFill>
            <a:ln>
              <a:noFill/>
            </a:ln>
          </p:spPr>
        </p:sp>
        <p:sp>
          <p:nvSpPr>
            <p:cNvPr id="32" name="TextBox 32"/>
            <p:cNvSpPr txBox="1"/>
            <p:nvPr/>
          </p:nvSpPr>
          <p:spPr>
            <a:xfrm>
              <a:off x="7610856" y="5415915"/>
              <a:ext cx="3067437" cy="352044"/>
            </a:xfrm>
            <a:prstGeom prst="rect">
              <a:avLst/>
            </a:prstGeom>
            <a:noFill/>
            <a:ln>
              <a:noFill/>
            </a:ln>
          </p:spPr>
          <p:txBody>
            <a:bodyPr wrap="none" lIns="0" tIns="0" rIns="0" bIns="0" anchor="t" anchorCtr="0">
              <a:spAutoFit/>
            </a:bodyPr>
            <a:lstStyle/>
            <a:p>
              <a:pPr algn="l"/>
              <a:r>
                <a:rPr lang="zh-CN" sz="1800" b="1" dirty="0">
                  <a:solidFill>
                    <a:schemeClr val="dk1"/>
                  </a:solidFill>
                  <a:latin typeface="+mn-lt"/>
                  <a:ea typeface="+mn-ea"/>
                  <a:cs typeface="+mn-cs"/>
                </a:rPr>
                <a:t>最後に Excel で開いて確認を。</a:t>
              </a:r>
            </a:p>
          </p:txBody>
        </p:sp>
        <p:sp>
          <p:nvSpPr>
            <p:cNvPr id="33" name="TextBox 33"/>
            <p:cNvSpPr txBox="1"/>
            <p:nvPr/>
          </p:nvSpPr>
          <p:spPr>
            <a:xfrm>
              <a:off x="7001256" y="5939790"/>
              <a:ext cx="3241091"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［完了］で最初の画面へ戻ります。</a:t>
              </a:r>
            </a:p>
          </p:txBody>
        </p:sp>
      </p:grpSp>
      <p:grpSp>
        <p:nvGrpSpPr>
          <p:cNvPr id="37" name="Group 37"/>
          <p:cNvGrpSpPr/>
          <p:nvPr/>
        </p:nvGrpSpPr>
        <p:grpSpPr>
          <a:xfrm>
            <a:off x="374904" y="6518910"/>
            <a:ext cx="11442192" cy="234696"/>
            <a:chOff x="374904" y="6518910"/>
            <a:chExt cx="11442192" cy="234696"/>
          </a:xfrm>
        </p:grpSpPr>
        <p:sp>
          <p:nvSpPr>
            <p:cNvPr id="35" name="TextBox 35"/>
            <p:cNvSpPr txBox="1"/>
            <p:nvPr/>
          </p:nvSpPr>
          <p:spPr>
            <a:xfrm>
              <a:off x="374904" y="6518910"/>
              <a:ext cx="1312621" cy="234696"/>
            </a:xfrm>
            <a:prstGeom prst="rect">
              <a:avLst/>
            </a:prstGeom>
            <a:noFill/>
            <a:ln>
              <a:noFill/>
            </a:ln>
          </p:spPr>
          <p:txBody>
            <a:bodyPr wrap="none" lIns="0" tIns="0" rIns="0" bIns="0" anchor="t" anchorCtr="0">
              <a:spAutoFit/>
            </a:bodyPr>
            <a:lstStyle/>
            <a:p>
              <a:pPr algn="l"/>
              <a:r>
                <a:rPr lang="zh-CN" sz="1200" dirty="0">
                  <a:solidFill>
                    <a:srgbClr val="5B6B7C"/>
                  </a:solidFill>
                  <a:latin typeface="+mn-lt"/>
                  <a:ea typeface="+mn-ea"/>
                  <a:cs typeface="+mn-cs"/>
                </a:rPr>
                <a:t>第二部 操作マニュアル</a:t>
              </a:r>
            </a:p>
          </p:txBody>
        </p:sp>
        <p:sp>
          <p:nvSpPr>
            <p:cNvPr id="36" name="TextBox 36"/>
            <p:cNvSpPr txBox="1"/>
            <p:nvPr/>
          </p:nvSpPr>
          <p:spPr>
            <a:xfrm>
              <a:off x="11627206" y="6518910"/>
              <a:ext cx="189890" cy="234696"/>
            </a:xfrm>
            <a:prstGeom prst="rect">
              <a:avLst/>
            </a:prstGeom>
            <a:noFill/>
            <a:ln>
              <a:noFill/>
            </a:ln>
          </p:spPr>
          <p:txBody>
            <a:bodyPr wrap="none" lIns="0" tIns="0" rIns="0" bIns="0" anchor="t" anchorCtr="0">
              <a:spAutoFit/>
            </a:bodyPr>
            <a:lstStyle/>
            <a:p>
              <a:pPr algn="r"/>
              <a:r>
                <a:rPr lang="en-US" sz="1200" dirty="0">
                  <a:solidFill>
                    <a:srgbClr val="5B6B7C"/>
                  </a:solidFill>
                  <a:latin typeface="+mn-lt"/>
                  <a:ea typeface="+mn-ea"/>
                  <a:cs typeface="+mn-cs"/>
                </a:rPr>
                <a:t>21</a:t>
              </a:r>
            </a:p>
          </p:txBody>
        </p:sp>
      </p:grpSp>
    </p:spTree>
  </p:cSld>
  <p:clrMapOvr>
    <a:masterClrMapping/>
  </p:clrMapOvr>
  <p:transition xmlns:p14="http://schemas.microsoft.com/office/powerpoint/2010/main" p14:dur="400">
    <p:fade/>
  </p:transition>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Group 6"/>
          <p:cNvGrpSpPr/>
          <p:nvPr/>
        </p:nvGrpSpPr>
        <p:grpSpPr>
          <a:xfrm>
            <a:off x="381000" y="476250"/>
            <a:ext cx="11430000" cy="657225"/>
            <a:chOff x="381000" y="476250"/>
            <a:chExt cx="11430000" cy="657225"/>
          </a:xfrm>
        </p:grpSpPr>
        <p:sp>
          <p:nvSpPr>
            <p:cNvPr id="2" name="Rectangle 2"/>
            <p:cNvSpPr/>
            <p:nvPr/>
          </p:nvSpPr>
          <p:spPr>
            <a:xfrm>
              <a:off x="381000" y="476250"/>
              <a:ext cx="1714500" cy="342900"/>
            </a:xfrm>
            <a:prstGeom prst="roundRect">
              <a:avLst>
                <a:gd name="adj" fmla="val 50000"/>
              </a:avLst>
            </a:prstGeom>
            <a:solidFill>
              <a:schemeClr val="accent1"/>
            </a:solidFill>
            <a:ln>
              <a:noFill/>
            </a:ln>
          </p:spPr>
        </p:sp>
        <p:sp>
          <p:nvSpPr>
            <p:cNvPr id="3" name="TextBox 3"/>
            <p:cNvSpPr txBox="1"/>
            <p:nvPr/>
          </p:nvSpPr>
          <p:spPr>
            <a:xfrm>
              <a:off x="864056" y="568642"/>
              <a:ext cx="748388"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n-lt"/>
                  <a:ea typeface="+mn-ea"/>
                  <a:cs typeface="+mn-cs"/>
                </a:rPr>
                <a:t>できあがるもの</a:t>
              </a:r>
            </a:p>
          </p:txBody>
        </p:sp>
        <p:sp>
          <p:nvSpPr>
            <p:cNvPr id="4" name="TextBox 4"/>
            <p:cNvSpPr txBox="1"/>
            <p:nvPr/>
          </p:nvSpPr>
          <p:spPr>
            <a:xfrm>
              <a:off x="2250948" y="479108"/>
              <a:ext cx="6510474" cy="616077"/>
            </a:xfrm>
            <a:prstGeom prst="rect">
              <a:avLst/>
            </a:prstGeom>
            <a:noFill/>
            <a:ln>
              <a:noFill/>
            </a:ln>
          </p:spPr>
          <p:txBody>
            <a:bodyPr wrap="none" lIns="0" tIns="0" rIns="0" bIns="0" anchor="t" anchorCtr="0">
              <a:spAutoFit/>
            </a:bodyPr>
            <a:lstStyle/>
            <a:p>
              <a:pPr algn="l"/>
              <a:r>
                <a:rPr lang="zh-CN" sz="3150" b="1" dirty="0">
                  <a:solidFill>
                    <a:schemeClr val="dk1"/>
                  </a:solidFill>
                  <a:latin typeface="+mn-lt"/>
                  <a:ea typeface="+mn-ea"/>
                  <a:cs typeface="+mn-cs"/>
                </a:rPr>
                <a:t>依頼から結果まで、1 つのフォルダに残ります</a:t>
              </a:r>
            </a:p>
          </p:txBody>
        </p:sp>
        <p:sp>
          <p:nvSpPr>
            <p:cNvPr id="5" name="Line 5"/>
            <p:cNvSpPr/>
            <p:nvPr/>
          </p:nvSpPr>
          <p:spPr>
            <a:xfrm>
              <a:off x="381000" y="1123950"/>
              <a:ext cx="11430000" cy="9525"/>
            </a:xfrm>
            <a:custGeom>
              <a:avLst/>
              <a:gdLst/>
              <a:ahLst/>
              <a:cxnLst/>
              <a:rect l="l" t="t" r="r" b="b"/>
              <a:pathLst>
                <a:path w="11430000" h="9525">
                  <a:moveTo>
                    <a:pt x="0" y="0"/>
                  </a:moveTo>
                  <a:lnTo>
                    <a:pt x="11430000" y="0"/>
                  </a:lnTo>
                </a:path>
              </a:pathLst>
            </a:custGeom>
            <a:noFill/>
            <a:ln w="9525">
              <a:solidFill>
                <a:srgbClr val="E2E8F0"/>
              </a:solidFill>
            </a:ln>
          </p:spPr>
        </p:sp>
      </p:grpSp>
      <p:grpSp>
        <p:nvGrpSpPr>
          <p:cNvPr id="11" name="Group 11"/>
          <p:cNvGrpSpPr/>
          <p:nvPr/>
        </p:nvGrpSpPr>
        <p:grpSpPr>
          <a:xfrm>
            <a:off x="381000" y="1371600"/>
            <a:ext cx="5334000" cy="2722245"/>
            <a:chOff x="381000" y="1371600"/>
            <a:chExt cx="5334000" cy="2722245"/>
          </a:xfrm>
        </p:grpSpPr>
        <p:sp>
          <p:nvSpPr>
            <p:cNvPr id="7" name="Rectangle 7"/>
            <p:cNvSpPr/>
            <p:nvPr/>
          </p:nvSpPr>
          <p:spPr>
            <a:xfrm>
              <a:off x="381000" y="1371600"/>
              <a:ext cx="5334000" cy="2667000"/>
            </a:xfrm>
            <a:prstGeom prst="roundRect">
              <a:avLst>
                <a:gd name="adj" fmla="val 5714"/>
              </a:avLst>
            </a:prstGeom>
            <a:solidFill>
              <a:schemeClr val="accent6"/>
            </a:solidFill>
            <a:ln>
              <a:noFill/>
            </a:ln>
          </p:spPr>
        </p:sp>
        <p:sp>
          <p:nvSpPr>
            <p:cNvPr id="8" name="Freeform 8"/>
            <p:cNvSpPr/>
            <p:nvPr/>
          </p:nvSpPr>
          <p:spPr>
            <a:xfrm>
              <a:off x="708025" y="1709738"/>
              <a:ext cx="233585" cy="188913"/>
            </a:xfrm>
            <a:custGeom>
              <a:avLst/>
              <a:gdLst/>
              <a:ahLst/>
              <a:cxnLst/>
              <a:rect l="l" t="t" r="r" b="b"/>
              <a:pathLst>
                <a:path w="233585" h="188913">
                  <a:moveTo>
                    <a:pt x="0" y="33338"/>
                  </a:moveTo>
                  <a:cubicBezTo>
                    <a:pt x="0" y="24492"/>
                    <a:pt x="3512" y="16024"/>
                    <a:pt x="9768" y="9768"/>
                  </a:cubicBezTo>
                  <a:cubicBezTo>
                    <a:pt x="16024" y="3512"/>
                    <a:pt x="24492" y="0"/>
                    <a:pt x="33338" y="0"/>
                  </a:cubicBezTo>
                  <a:lnTo>
                    <a:pt x="77788" y="0"/>
                  </a:lnTo>
                  <a:lnTo>
                    <a:pt x="78888" y="56"/>
                  </a:lnTo>
                  <a:cubicBezTo>
                    <a:pt x="81433" y="311"/>
                    <a:pt x="83822" y="1434"/>
                    <a:pt x="85644" y="3256"/>
                  </a:cubicBezTo>
                  <a:lnTo>
                    <a:pt x="115726" y="33338"/>
                  </a:lnTo>
                  <a:lnTo>
                    <a:pt x="188913" y="33338"/>
                  </a:lnTo>
                  <a:cubicBezTo>
                    <a:pt x="197759" y="33338"/>
                    <a:pt x="206226" y="36849"/>
                    <a:pt x="212483" y="43106"/>
                  </a:cubicBezTo>
                  <a:cubicBezTo>
                    <a:pt x="216028" y="46650"/>
                    <a:pt x="218695" y="50918"/>
                    <a:pt x="220339" y="55563"/>
                  </a:cubicBezTo>
                  <a:lnTo>
                    <a:pt x="58952" y="55563"/>
                  </a:lnTo>
                  <a:cubicBezTo>
                    <a:pt x="54429" y="55563"/>
                    <a:pt x="50006" y="56952"/>
                    <a:pt x="46284" y="59519"/>
                  </a:cubicBezTo>
                  <a:cubicBezTo>
                    <a:pt x="43039" y="61775"/>
                    <a:pt x="40450" y="64853"/>
                    <a:pt x="38794" y="68420"/>
                  </a:cubicBezTo>
                  <a:lnTo>
                    <a:pt x="38149" y="69987"/>
                  </a:lnTo>
                  <a:lnTo>
                    <a:pt x="22825" y="110836"/>
                  </a:lnTo>
                  <a:cubicBezTo>
                    <a:pt x="20669" y="116582"/>
                    <a:pt x="23581" y="122982"/>
                    <a:pt x="29326" y="125138"/>
                  </a:cubicBezTo>
                  <a:cubicBezTo>
                    <a:pt x="35071" y="127294"/>
                    <a:pt x="41483" y="124383"/>
                    <a:pt x="43639" y="118637"/>
                  </a:cubicBezTo>
                  <a:lnTo>
                    <a:pt x="56241" y="85000"/>
                  </a:lnTo>
                  <a:cubicBezTo>
                    <a:pt x="57863" y="80666"/>
                    <a:pt x="62008" y="77788"/>
                    <a:pt x="66653" y="77788"/>
                  </a:cubicBezTo>
                  <a:lnTo>
                    <a:pt x="211138" y="77788"/>
                  </a:lnTo>
                  <a:lnTo>
                    <a:pt x="213550" y="77921"/>
                  </a:lnTo>
                  <a:cubicBezTo>
                    <a:pt x="215950" y="78188"/>
                    <a:pt x="218283" y="78832"/>
                    <a:pt x="220484" y="79844"/>
                  </a:cubicBezTo>
                  <a:cubicBezTo>
                    <a:pt x="221084" y="80121"/>
                    <a:pt x="221673" y="80433"/>
                    <a:pt x="222251" y="80766"/>
                  </a:cubicBezTo>
                  <a:cubicBezTo>
                    <a:pt x="224462" y="82044"/>
                    <a:pt x="226440" y="83688"/>
                    <a:pt x="228085" y="85644"/>
                  </a:cubicBezTo>
                  <a:cubicBezTo>
                    <a:pt x="230174" y="88111"/>
                    <a:pt x="231696" y="91001"/>
                    <a:pt x="232563" y="94112"/>
                  </a:cubicBezTo>
                  <a:cubicBezTo>
                    <a:pt x="233419" y="97224"/>
                    <a:pt x="233585" y="100480"/>
                    <a:pt x="233063" y="103658"/>
                  </a:cubicBezTo>
                  <a:cubicBezTo>
                    <a:pt x="233052" y="103747"/>
                    <a:pt x="233030" y="103835"/>
                    <a:pt x="233008" y="103924"/>
                  </a:cubicBezTo>
                  <a:lnTo>
                    <a:pt x="221951" y="161821"/>
                  </a:lnTo>
                  <a:cubicBezTo>
                    <a:pt x="220495" y="169444"/>
                    <a:pt x="216428" y="176311"/>
                    <a:pt x="210438" y="181257"/>
                  </a:cubicBezTo>
                  <a:cubicBezTo>
                    <a:pt x="205215" y="185579"/>
                    <a:pt x="198814" y="188191"/>
                    <a:pt x="192102" y="188780"/>
                  </a:cubicBezTo>
                  <a:lnTo>
                    <a:pt x="189202" y="188913"/>
                  </a:lnTo>
                  <a:lnTo>
                    <a:pt x="33338" y="188913"/>
                  </a:lnTo>
                  <a:cubicBezTo>
                    <a:pt x="24492" y="188913"/>
                    <a:pt x="16024" y="185401"/>
                    <a:pt x="9768" y="179145"/>
                  </a:cubicBezTo>
                  <a:cubicBezTo>
                    <a:pt x="3512" y="172889"/>
                    <a:pt x="0" y="164421"/>
                    <a:pt x="0" y="155575"/>
                  </a:cubicBezTo>
                  <a:lnTo>
                    <a:pt x="0" y="33338"/>
                  </a:lnTo>
                  <a:close/>
                </a:path>
              </a:pathLst>
            </a:custGeom>
            <a:solidFill>
              <a:schemeClr val="accent1"/>
            </a:solidFill>
            <a:ln>
              <a:noFill/>
            </a:ln>
          </p:spPr>
        </p:sp>
        <p:sp>
          <p:nvSpPr>
            <p:cNvPr id="9" name="TextBox 9"/>
            <p:cNvSpPr txBox="1"/>
            <p:nvPr/>
          </p:nvSpPr>
          <p:spPr>
            <a:xfrm>
              <a:off x="1059180" y="1724025"/>
              <a:ext cx="1446419" cy="293370"/>
            </a:xfrm>
            <a:prstGeom prst="rect">
              <a:avLst/>
            </a:prstGeom>
            <a:noFill/>
            <a:ln>
              <a:noFill/>
            </a:ln>
          </p:spPr>
          <p:txBody>
            <a:bodyPr wrap="none" lIns="0" tIns="0" rIns="0" bIns="0" anchor="t" anchorCtr="0">
              <a:spAutoFit/>
            </a:bodyPr>
            <a:lstStyle/>
            <a:p>
              <a:pPr algn="l"/>
              <a:r>
                <a:rPr lang="zh-CN" sz="1500" b="1" dirty="0">
                  <a:solidFill>
                    <a:srgbClr val="5B6B7C"/>
                  </a:solidFill>
                  <a:latin typeface="+mn-lt"/>
                  <a:ea typeface="+mn-ea"/>
                  <a:cs typeface="+mn-cs"/>
                </a:rPr>
                <a:t>出力フォルダの中身</a:t>
              </a:r>
            </a:p>
          </p:txBody>
        </p:sp>
        <p:sp>
          <p:nvSpPr>
            <p:cNvPr id="10" name="TextBox 10"/>
            <p:cNvSpPr txBox="1"/>
            <p:nvPr/>
          </p:nvSpPr>
          <p:spPr>
            <a:xfrm>
              <a:off x="678180" y="2200275"/>
              <a:ext cx="2710815" cy="1893570"/>
            </a:xfrm>
            <a:prstGeom prst="rect">
              <a:avLst/>
            </a:prstGeom>
            <a:noFill/>
            <a:ln>
              <a:noFill/>
            </a:ln>
          </p:spPr>
          <p:txBody>
            <a:bodyPr wrap="square" lIns="0" tIns="0" rIns="0" bIns="0" anchor="t" anchorCtr="0"/>
            <a:lstStyle/>
            <a:p>
              <a:pPr algn="l">
                <a:lnSpc>
                  <a:spcPts val="2100"/>
                </a:lnSpc>
              </a:pPr>
              <a:r>
                <a:rPr lang="zh-CN" sz="1500" dirty="0">
                  <a:solidFill>
                    <a:schemeClr val="dk1"/>
                  </a:solidFill>
                  <a:latin typeface="Consolas"/>
                  <a:ea typeface="Microsoft YaHei"/>
                  <a:cs typeface="Consolas"/>
                </a:rPr>
                <a:t>&lt;元のブックのフォルダ&gt;\MacroStudio\</a:t>
              </a:r>
              <a:r>
                <a:rPr lang="en-US" sz="1500" dirty="0">
                  <a:solidFill>
                    <a:schemeClr val="dk1"/>
                  </a:solidFill>
                  <a:latin typeface="Consolas"/>
                  <a:ea typeface="Consolas"/>
                  <a:cs typeface="Consolas"/>
                </a:rPr>
                <a:t xml:space="preserve"> </a:t>
              </a:r>
              <a:r>
                <a:rPr lang="zh-CN" sz="1500" dirty="0">
                  <a:solidFill>
                    <a:schemeClr val="dk1"/>
                  </a:solidFill>
                  <a:latin typeface="Consolas"/>
                  <a:ea typeface="Microsoft YaHei"/>
                  <a:cs typeface="Consolas"/>
                </a:rPr>
                <a:t>&lt;ブック名&gt;_&lt;日付_時刻&gt;\</a:t>
              </a:r>
              <a:r>
                <a:rPr lang="en-US" sz="1500" dirty="0">
                  <a:solidFill>
                    <a:schemeClr val="dk1"/>
                  </a:solidFill>
                  <a:latin typeface="Consolas"/>
                  <a:ea typeface="Consolas"/>
                  <a:cs typeface="Consolas"/>
                </a:rPr>
                <a:t xml:space="preserve"> request.md source-code.md </a:t>
              </a:r>
              <a:r>
                <a:rPr lang="zh-CN" sz="1500" dirty="0">
                  <a:solidFill>
                    <a:schemeClr val="dk1"/>
                  </a:solidFill>
                  <a:latin typeface="Consolas"/>
                  <a:ea typeface="Microsoft YaHei"/>
                  <a:cs typeface="Consolas"/>
                </a:rPr>
                <a:t>&lt;ブック名&gt;_macrostudio.xlsm</a:t>
              </a:r>
              <a:r>
                <a:rPr lang="en-US" sz="1500" dirty="0">
                  <a:solidFill>
                    <a:schemeClr val="dk1"/>
                  </a:solidFill>
                  <a:latin typeface="Consolas"/>
                  <a:ea typeface="Consolas"/>
                  <a:cs typeface="Consolas"/>
                </a:rPr>
                <a:t xml:space="preserve"> diff-report.html result.md</a:t>
              </a:r>
            </a:p>
          </p:txBody>
        </p:sp>
      </p:grpSp>
      <p:grpSp>
        <p:nvGrpSpPr>
          <p:cNvPr id="18" name="Group 18"/>
          <p:cNvGrpSpPr/>
          <p:nvPr/>
        </p:nvGrpSpPr>
        <p:grpSpPr>
          <a:xfrm>
            <a:off x="6019800" y="1441132"/>
            <a:ext cx="5791200" cy="549593"/>
            <a:chOff x="6019800" y="1441132"/>
            <a:chExt cx="5791200" cy="549593"/>
          </a:xfrm>
        </p:grpSpPr>
        <p:grpSp>
          <p:nvGrpSpPr>
            <p:cNvPr id="14" name="Group 14"/>
            <p:cNvGrpSpPr/>
            <p:nvPr/>
          </p:nvGrpSpPr>
          <p:grpSpPr>
            <a:xfrm>
              <a:off x="6061074" y="1449387"/>
              <a:ext cx="165101" cy="206375"/>
              <a:chOff x="6061074" y="1449387"/>
              <a:chExt cx="165101" cy="206375"/>
            </a:xfrm>
          </p:grpSpPr>
          <p:sp>
            <p:nvSpPr>
              <p:cNvPr id="12" name="Freeform 12"/>
              <p:cNvSpPr/>
              <p:nvPr/>
            </p:nvSpPr>
            <p:spPr>
              <a:xfrm>
                <a:off x="6061074" y="1449387"/>
                <a:ext cx="165101" cy="206375"/>
              </a:xfrm>
              <a:custGeom>
                <a:avLst/>
                <a:gdLst/>
                <a:ahLst/>
                <a:cxnLst/>
                <a:rect l="l" t="t" r="r" b="b"/>
                <a:pathLst>
                  <a:path w="165101" h="206375">
                    <a:moveTo>
                      <a:pt x="82551" y="0"/>
                    </a:moveTo>
                    <a:lnTo>
                      <a:pt x="83758" y="72"/>
                    </a:lnTo>
                    <a:cubicBezTo>
                      <a:pt x="88499" y="631"/>
                      <a:pt x="92238" y="4370"/>
                      <a:pt x="92797" y="9111"/>
                    </a:cubicBezTo>
                    <a:lnTo>
                      <a:pt x="92869" y="10319"/>
                    </a:lnTo>
                    <a:lnTo>
                      <a:pt x="92869" y="51594"/>
                    </a:lnTo>
                    <a:lnTo>
                      <a:pt x="92921" y="53141"/>
                    </a:lnTo>
                    <a:cubicBezTo>
                      <a:pt x="93684" y="63294"/>
                      <a:pt x="101737" y="71373"/>
                      <a:pt x="111887" y="72169"/>
                    </a:cubicBezTo>
                    <a:lnTo>
                      <a:pt x="113507" y="72231"/>
                    </a:lnTo>
                    <a:lnTo>
                      <a:pt x="154782" y="72231"/>
                    </a:lnTo>
                    <a:lnTo>
                      <a:pt x="155989" y="72303"/>
                    </a:lnTo>
                    <a:cubicBezTo>
                      <a:pt x="160730" y="72862"/>
                      <a:pt x="164469" y="76601"/>
                      <a:pt x="165028" y="81342"/>
                    </a:cubicBezTo>
                    <a:lnTo>
                      <a:pt x="165100" y="82550"/>
                    </a:lnTo>
                    <a:lnTo>
                      <a:pt x="165100" y="175418"/>
                    </a:lnTo>
                    <a:cubicBezTo>
                      <a:pt x="165101" y="191810"/>
                      <a:pt x="152324" y="205361"/>
                      <a:pt x="135960" y="206323"/>
                    </a:cubicBezTo>
                    <a:lnTo>
                      <a:pt x="134144" y="206374"/>
                    </a:lnTo>
                    <a:lnTo>
                      <a:pt x="30957" y="206374"/>
                    </a:lnTo>
                    <a:cubicBezTo>
                      <a:pt x="14565" y="206375"/>
                      <a:pt x="1014" y="193598"/>
                      <a:pt x="53" y="177234"/>
                    </a:cubicBezTo>
                    <a:lnTo>
                      <a:pt x="1" y="175418"/>
                    </a:lnTo>
                    <a:lnTo>
                      <a:pt x="1" y="30956"/>
                    </a:lnTo>
                    <a:cubicBezTo>
                      <a:pt x="0" y="14564"/>
                      <a:pt x="12777" y="1013"/>
                      <a:pt x="29141" y="52"/>
                    </a:cubicBezTo>
                    <a:lnTo>
                      <a:pt x="30957" y="0"/>
                    </a:lnTo>
                    <a:close/>
                    <a:moveTo>
                      <a:pt x="113507" y="144462"/>
                    </a:moveTo>
                    <a:lnTo>
                      <a:pt x="51595" y="144462"/>
                    </a:lnTo>
                    <a:cubicBezTo>
                      <a:pt x="45896" y="144462"/>
                      <a:pt x="41276" y="149082"/>
                      <a:pt x="41276" y="154781"/>
                    </a:cubicBezTo>
                    <a:cubicBezTo>
                      <a:pt x="41276" y="160480"/>
                      <a:pt x="45896" y="165099"/>
                      <a:pt x="51595" y="165099"/>
                    </a:cubicBezTo>
                    <a:lnTo>
                      <a:pt x="113507" y="165099"/>
                    </a:lnTo>
                    <a:cubicBezTo>
                      <a:pt x="119206" y="165099"/>
                      <a:pt x="123826" y="160480"/>
                      <a:pt x="123826" y="154781"/>
                    </a:cubicBezTo>
                    <a:cubicBezTo>
                      <a:pt x="123826" y="149082"/>
                      <a:pt x="119206" y="144462"/>
                      <a:pt x="113507" y="144462"/>
                    </a:cubicBezTo>
                    <a:moveTo>
                      <a:pt x="113507" y="103187"/>
                    </a:moveTo>
                    <a:lnTo>
                      <a:pt x="51595" y="103187"/>
                    </a:lnTo>
                    <a:cubicBezTo>
                      <a:pt x="45896" y="103187"/>
                      <a:pt x="41276" y="107807"/>
                      <a:pt x="41276" y="113506"/>
                    </a:cubicBezTo>
                    <a:cubicBezTo>
                      <a:pt x="41276" y="119205"/>
                      <a:pt x="45896" y="123825"/>
                      <a:pt x="51595" y="123825"/>
                    </a:cubicBezTo>
                    <a:lnTo>
                      <a:pt x="113507" y="123825"/>
                    </a:lnTo>
                    <a:cubicBezTo>
                      <a:pt x="119206" y="123825"/>
                      <a:pt x="123826" y="119205"/>
                      <a:pt x="123826" y="113506"/>
                    </a:cubicBezTo>
                    <a:cubicBezTo>
                      <a:pt x="123826" y="107807"/>
                      <a:pt x="119206" y="103187"/>
                      <a:pt x="113507" y="103187"/>
                    </a:cubicBezTo>
                    <a:moveTo>
                      <a:pt x="61913" y="61912"/>
                    </a:moveTo>
                    <a:lnTo>
                      <a:pt x="51595" y="61912"/>
                    </a:lnTo>
                    <a:cubicBezTo>
                      <a:pt x="45896" y="61912"/>
                      <a:pt x="41276" y="66532"/>
                      <a:pt x="41276" y="72231"/>
                    </a:cubicBezTo>
                    <a:cubicBezTo>
                      <a:pt x="41276" y="77930"/>
                      <a:pt x="45896" y="82550"/>
                      <a:pt x="51595" y="82550"/>
                    </a:cubicBezTo>
                    <a:lnTo>
                      <a:pt x="61913" y="82550"/>
                    </a:lnTo>
                    <a:cubicBezTo>
                      <a:pt x="67612" y="82550"/>
                      <a:pt x="72232" y="77930"/>
                      <a:pt x="72232" y="72231"/>
                    </a:cubicBezTo>
                    <a:cubicBezTo>
                      <a:pt x="72232" y="66532"/>
                      <a:pt x="67612" y="61912"/>
                      <a:pt x="61913" y="61912"/>
                    </a:cubicBezTo>
                  </a:path>
                </a:pathLst>
              </a:custGeom>
              <a:solidFill>
                <a:schemeClr val="accent3"/>
              </a:solidFill>
              <a:ln>
                <a:noFill/>
              </a:ln>
            </p:spPr>
          </p:sp>
          <p:sp>
            <p:nvSpPr>
              <p:cNvPr id="13" name="Freeform 13"/>
              <p:cNvSpPr/>
              <p:nvPr/>
            </p:nvSpPr>
            <p:spPr>
              <a:xfrm>
                <a:off x="6174570" y="1459696"/>
                <a:ext cx="41285" cy="41285"/>
              </a:xfrm>
              <a:custGeom>
                <a:avLst/>
                <a:gdLst/>
                <a:ahLst/>
                <a:cxnLst/>
                <a:rect l="l" t="t" r="r" b="b"/>
                <a:pathLst>
                  <a:path w="41285" h="41285">
                    <a:moveTo>
                      <a:pt x="41285" y="41285"/>
                    </a:moveTo>
                    <a:lnTo>
                      <a:pt x="10" y="41285"/>
                    </a:lnTo>
                    <a:lnTo>
                      <a:pt x="0" y="0"/>
                    </a:lnTo>
                    <a:close/>
                  </a:path>
                </a:pathLst>
              </a:custGeom>
              <a:solidFill>
                <a:schemeClr val="accent3"/>
              </a:solidFill>
              <a:ln>
                <a:noFill/>
              </a:ln>
            </p:spPr>
          </p:sp>
        </p:grpSp>
        <p:sp>
          <p:nvSpPr>
            <p:cNvPr id="15" name="TextBox 15"/>
            <p:cNvSpPr txBox="1"/>
            <p:nvPr/>
          </p:nvSpPr>
          <p:spPr>
            <a:xfrm>
              <a:off x="6373368" y="1441132"/>
              <a:ext cx="1346170" cy="322707"/>
            </a:xfrm>
            <a:prstGeom prst="rect">
              <a:avLst/>
            </a:prstGeom>
            <a:noFill/>
            <a:ln>
              <a:noFill/>
            </a:ln>
          </p:spPr>
          <p:txBody>
            <a:bodyPr wrap="none" lIns="0" tIns="0" rIns="0" bIns="0" anchor="t" anchorCtr="0">
              <a:spAutoFit/>
            </a:bodyPr>
            <a:lstStyle/>
            <a:p>
              <a:pPr algn="l"/>
              <a:r>
                <a:rPr lang="en-US" sz="1650" b="1" dirty="0">
                  <a:solidFill>
                    <a:schemeClr val="dk1"/>
                  </a:solidFill>
                  <a:latin typeface="Consolas"/>
                  <a:ea typeface="Consolas"/>
                  <a:cs typeface="Consolas"/>
                </a:rPr>
                <a:t>request.md</a:t>
              </a:r>
            </a:p>
          </p:txBody>
        </p:sp>
        <p:sp>
          <p:nvSpPr>
            <p:cNvPr id="16" name="TextBox 16"/>
            <p:cNvSpPr txBox="1"/>
            <p:nvPr/>
          </p:nvSpPr>
          <p:spPr>
            <a:xfrm>
              <a:off x="6374130" y="1685925"/>
              <a:ext cx="1402080" cy="293370"/>
            </a:xfrm>
            <a:prstGeom prst="rect">
              <a:avLst/>
            </a:prstGeom>
            <a:noFill/>
            <a:ln>
              <a:noFill/>
            </a:ln>
          </p:spPr>
          <p:txBody>
            <a:bodyPr wrap="none" lIns="0" tIns="0" rIns="0" bIns="0" anchor="t" anchorCtr="0">
              <a:spAutoFit/>
            </a:bodyPr>
            <a:lstStyle/>
            <a:p>
              <a:pPr algn="l"/>
              <a:r>
                <a:rPr lang="zh-CN" sz="1500" dirty="0">
                  <a:solidFill>
                    <a:srgbClr val="5B6B7C"/>
                  </a:solidFill>
                  <a:latin typeface="+mn-lt"/>
                  <a:ea typeface="+mn-ea"/>
                  <a:cs typeface="+mn-cs"/>
                </a:rPr>
                <a:t>AIへ渡した依頼文</a:t>
              </a:r>
            </a:p>
          </p:txBody>
        </p:sp>
        <p:sp>
          <p:nvSpPr>
            <p:cNvPr id="17" name="Line 17"/>
            <p:cNvSpPr/>
            <p:nvPr/>
          </p:nvSpPr>
          <p:spPr>
            <a:xfrm>
              <a:off x="6019800" y="1981200"/>
              <a:ext cx="5791200" cy="9525"/>
            </a:xfrm>
            <a:custGeom>
              <a:avLst/>
              <a:gdLst/>
              <a:ahLst/>
              <a:cxnLst/>
              <a:rect l="l" t="t" r="r" b="b"/>
              <a:pathLst>
                <a:path w="5791200" h="9525">
                  <a:moveTo>
                    <a:pt x="0" y="0"/>
                  </a:moveTo>
                  <a:lnTo>
                    <a:pt x="5791200" y="0"/>
                  </a:lnTo>
                </a:path>
              </a:pathLst>
            </a:custGeom>
            <a:noFill/>
            <a:ln w="9525">
              <a:solidFill>
                <a:srgbClr val="E2E8F0"/>
              </a:solidFill>
            </a:ln>
          </p:spPr>
        </p:sp>
      </p:grpSp>
      <p:grpSp>
        <p:nvGrpSpPr>
          <p:cNvPr id="25" name="Group 25"/>
          <p:cNvGrpSpPr/>
          <p:nvPr/>
        </p:nvGrpSpPr>
        <p:grpSpPr>
          <a:xfrm>
            <a:off x="6019800" y="2184082"/>
            <a:ext cx="5791200" cy="549593"/>
            <a:chOff x="6019800" y="2184082"/>
            <a:chExt cx="5791200" cy="549593"/>
          </a:xfrm>
        </p:grpSpPr>
        <p:grpSp>
          <p:nvGrpSpPr>
            <p:cNvPr id="21" name="Group 21"/>
            <p:cNvGrpSpPr/>
            <p:nvPr/>
          </p:nvGrpSpPr>
          <p:grpSpPr>
            <a:xfrm>
              <a:off x="6061074" y="2192337"/>
              <a:ext cx="165101" cy="206375"/>
              <a:chOff x="6061074" y="2192337"/>
              <a:chExt cx="165101" cy="206375"/>
            </a:xfrm>
          </p:grpSpPr>
          <p:sp>
            <p:nvSpPr>
              <p:cNvPr id="19" name="Freeform 19"/>
              <p:cNvSpPr/>
              <p:nvPr/>
            </p:nvSpPr>
            <p:spPr>
              <a:xfrm>
                <a:off x="6061074" y="2192337"/>
                <a:ext cx="165101" cy="206375"/>
              </a:xfrm>
              <a:custGeom>
                <a:avLst/>
                <a:gdLst/>
                <a:ahLst/>
                <a:cxnLst/>
                <a:rect l="l" t="t" r="r" b="b"/>
                <a:pathLst>
                  <a:path w="165101" h="206375">
                    <a:moveTo>
                      <a:pt x="82551" y="0"/>
                    </a:moveTo>
                    <a:lnTo>
                      <a:pt x="83758" y="72"/>
                    </a:lnTo>
                    <a:cubicBezTo>
                      <a:pt x="88499" y="631"/>
                      <a:pt x="92238" y="4370"/>
                      <a:pt x="92797" y="9111"/>
                    </a:cubicBezTo>
                    <a:lnTo>
                      <a:pt x="92869" y="10319"/>
                    </a:lnTo>
                    <a:lnTo>
                      <a:pt x="92869" y="51594"/>
                    </a:lnTo>
                    <a:lnTo>
                      <a:pt x="92921" y="53141"/>
                    </a:lnTo>
                    <a:cubicBezTo>
                      <a:pt x="93684" y="63294"/>
                      <a:pt x="101737" y="71373"/>
                      <a:pt x="111887" y="72169"/>
                    </a:cubicBezTo>
                    <a:lnTo>
                      <a:pt x="113507" y="72231"/>
                    </a:lnTo>
                    <a:lnTo>
                      <a:pt x="154782" y="72231"/>
                    </a:lnTo>
                    <a:lnTo>
                      <a:pt x="155989" y="72303"/>
                    </a:lnTo>
                    <a:cubicBezTo>
                      <a:pt x="160730" y="72862"/>
                      <a:pt x="164469" y="76601"/>
                      <a:pt x="165028" y="81342"/>
                    </a:cubicBezTo>
                    <a:lnTo>
                      <a:pt x="165100" y="82550"/>
                    </a:lnTo>
                    <a:lnTo>
                      <a:pt x="165100" y="175418"/>
                    </a:lnTo>
                    <a:cubicBezTo>
                      <a:pt x="165101" y="191810"/>
                      <a:pt x="152324" y="205361"/>
                      <a:pt x="135960" y="206323"/>
                    </a:cubicBezTo>
                    <a:lnTo>
                      <a:pt x="134144" y="206374"/>
                    </a:lnTo>
                    <a:lnTo>
                      <a:pt x="30957" y="206374"/>
                    </a:lnTo>
                    <a:cubicBezTo>
                      <a:pt x="14565" y="206375"/>
                      <a:pt x="1014" y="193598"/>
                      <a:pt x="53" y="177234"/>
                    </a:cubicBezTo>
                    <a:lnTo>
                      <a:pt x="1" y="175418"/>
                    </a:lnTo>
                    <a:lnTo>
                      <a:pt x="1" y="30956"/>
                    </a:lnTo>
                    <a:cubicBezTo>
                      <a:pt x="0" y="14564"/>
                      <a:pt x="12777" y="1013"/>
                      <a:pt x="29141" y="52"/>
                    </a:cubicBezTo>
                    <a:lnTo>
                      <a:pt x="30957" y="0"/>
                    </a:lnTo>
                    <a:close/>
                    <a:moveTo>
                      <a:pt x="66526" y="114600"/>
                    </a:moveTo>
                    <a:cubicBezTo>
                      <a:pt x="61431" y="112055"/>
                      <a:pt x="55238" y="114120"/>
                      <a:pt x="52688" y="119212"/>
                    </a:cubicBezTo>
                    <a:lnTo>
                      <a:pt x="42370" y="139850"/>
                    </a:lnTo>
                    <a:cubicBezTo>
                      <a:pt x="40919" y="142753"/>
                      <a:pt x="40919" y="146171"/>
                      <a:pt x="42370" y="149075"/>
                    </a:cubicBezTo>
                    <a:lnTo>
                      <a:pt x="52688" y="169712"/>
                    </a:lnTo>
                    <a:cubicBezTo>
                      <a:pt x="55238" y="174805"/>
                      <a:pt x="61431" y="176869"/>
                      <a:pt x="66526" y="174324"/>
                    </a:cubicBezTo>
                    <a:lnTo>
                      <a:pt x="67578" y="173726"/>
                    </a:lnTo>
                    <a:cubicBezTo>
                      <a:pt x="71948" y="170853"/>
                      <a:pt x="73478" y="165164"/>
                      <a:pt x="71138" y="160487"/>
                    </a:cubicBezTo>
                    <a:lnTo>
                      <a:pt x="63131" y="144462"/>
                    </a:lnTo>
                    <a:lnTo>
                      <a:pt x="71138" y="128437"/>
                    </a:lnTo>
                    <a:cubicBezTo>
                      <a:pt x="73683" y="123342"/>
                      <a:pt x="71618" y="117149"/>
                      <a:pt x="66526" y="114600"/>
                    </a:cubicBezTo>
                    <a:moveTo>
                      <a:pt x="112413" y="119212"/>
                    </a:moveTo>
                    <a:cubicBezTo>
                      <a:pt x="109864" y="114120"/>
                      <a:pt x="103671" y="112055"/>
                      <a:pt x="98576" y="114600"/>
                    </a:cubicBezTo>
                    <a:lnTo>
                      <a:pt x="97523" y="115198"/>
                    </a:lnTo>
                    <a:cubicBezTo>
                      <a:pt x="93153" y="118071"/>
                      <a:pt x="91623" y="123760"/>
                      <a:pt x="93963" y="128437"/>
                    </a:cubicBezTo>
                    <a:lnTo>
                      <a:pt x="101950" y="144462"/>
                    </a:lnTo>
                    <a:lnTo>
                      <a:pt x="93953" y="160487"/>
                    </a:lnTo>
                    <a:cubicBezTo>
                      <a:pt x="91615" y="165548"/>
                      <a:pt x="93720" y="171551"/>
                      <a:pt x="98706" y="174044"/>
                    </a:cubicBezTo>
                    <a:cubicBezTo>
                      <a:pt x="103692" y="176537"/>
                      <a:pt x="109757" y="174619"/>
                      <a:pt x="112403" y="169712"/>
                    </a:cubicBezTo>
                    <a:lnTo>
                      <a:pt x="122721" y="149075"/>
                    </a:lnTo>
                    <a:cubicBezTo>
                      <a:pt x="124172" y="146171"/>
                      <a:pt x="124172" y="142753"/>
                      <a:pt x="122721" y="139850"/>
                    </a:cubicBezTo>
                    <a:close/>
                  </a:path>
                </a:pathLst>
              </a:custGeom>
              <a:solidFill>
                <a:schemeClr val="accent3"/>
              </a:solidFill>
              <a:ln>
                <a:noFill/>
              </a:ln>
            </p:spPr>
          </p:sp>
          <p:sp>
            <p:nvSpPr>
              <p:cNvPr id="20" name="Freeform 20"/>
              <p:cNvSpPr/>
              <p:nvPr/>
            </p:nvSpPr>
            <p:spPr>
              <a:xfrm>
                <a:off x="6174570" y="2202646"/>
                <a:ext cx="41285" cy="41285"/>
              </a:xfrm>
              <a:custGeom>
                <a:avLst/>
                <a:gdLst/>
                <a:ahLst/>
                <a:cxnLst/>
                <a:rect l="l" t="t" r="r" b="b"/>
                <a:pathLst>
                  <a:path w="41285" h="41285">
                    <a:moveTo>
                      <a:pt x="41285" y="41285"/>
                    </a:moveTo>
                    <a:lnTo>
                      <a:pt x="10" y="41285"/>
                    </a:lnTo>
                    <a:lnTo>
                      <a:pt x="0" y="0"/>
                    </a:lnTo>
                    <a:close/>
                  </a:path>
                </a:pathLst>
              </a:custGeom>
              <a:solidFill>
                <a:schemeClr val="accent3"/>
              </a:solidFill>
              <a:ln>
                <a:noFill/>
              </a:ln>
            </p:spPr>
          </p:sp>
        </p:grpSp>
        <p:sp>
          <p:nvSpPr>
            <p:cNvPr id="22" name="TextBox 22"/>
            <p:cNvSpPr txBox="1"/>
            <p:nvPr/>
          </p:nvSpPr>
          <p:spPr>
            <a:xfrm>
              <a:off x="6373368" y="2184082"/>
              <a:ext cx="1859274" cy="322707"/>
            </a:xfrm>
            <a:prstGeom prst="rect">
              <a:avLst/>
            </a:prstGeom>
            <a:noFill/>
            <a:ln>
              <a:noFill/>
            </a:ln>
          </p:spPr>
          <p:txBody>
            <a:bodyPr wrap="none" lIns="0" tIns="0" rIns="0" bIns="0" anchor="t" anchorCtr="0">
              <a:spAutoFit/>
            </a:bodyPr>
            <a:lstStyle/>
            <a:p>
              <a:pPr algn="l"/>
              <a:r>
                <a:rPr lang="en-US" sz="1650" b="1" dirty="0">
                  <a:solidFill>
                    <a:schemeClr val="dk1"/>
                  </a:solidFill>
                  <a:latin typeface="Consolas"/>
                  <a:ea typeface="Consolas"/>
                  <a:cs typeface="Consolas"/>
                </a:rPr>
                <a:t>source-code.md</a:t>
              </a:r>
            </a:p>
          </p:txBody>
        </p:sp>
        <p:sp>
          <p:nvSpPr>
            <p:cNvPr id="23" name="TextBox 23"/>
            <p:cNvSpPr txBox="1"/>
            <p:nvPr/>
          </p:nvSpPr>
          <p:spPr>
            <a:xfrm>
              <a:off x="6374130" y="2428875"/>
              <a:ext cx="1398460" cy="293370"/>
            </a:xfrm>
            <a:prstGeom prst="rect">
              <a:avLst/>
            </a:prstGeom>
            <a:noFill/>
            <a:ln>
              <a:noFill/>
            </a:ln>
          </p:spPr>
          <p:txBody>
            <a:bodyPr wrap="none" lIns="0" tIns="0" rIns="0" bIns="0" anchor="t" anchorCtr="0">
              <a:spAutoFit/>
            </a:bodyPr>
            <a:lstStyle/>
            <a:p>
              <a:pPr algn="l"/>
              <a:r>
                <a:rPr lang="zh-CN" sz="1500" dirty="0">
                  <a:solidFill>
                    <a:srgbClr val="5B6B7C"/>
                  </a:solidFill>
                  <a:latin typeface="+mn-lt"/>
                  <a:ea typeface="+mn-ea"/>
                  <a:cs typeface="+mn-cs"/>
                </a:rPr>
                <a:t>元マクロのコード全文</a:t>
              </a:r>
            </a:p>
          </p:txBody>
        </p:sp>
        <p:sp>
          <p:nvSpPr>
            <p:cNvPr id="24" name="Line 24"/>
            <p:cNvSpPr/>
            <p:nvPr/>
          </p:nvSpPr>
          <p:spPr>
            <a:xfrm>
              <a:off x="6019800" y="2724150"/>
              <a:ext cx="5791200" cy="9525"/>
            </a:xfrm>
            <a:custGeom>
              <a:avLst/>
              <a:gdLst/>
              <a:ahLst/>
              <a:cxnLst/>
              <a:rect l="l" t="t" r="r" b="b"/>
              <a:pathLst>
                <a:path w="5791200" h="9525">
                  <a:moveTo>
                    <a:pt x="0" y="0"/>
                  </a:moveTo>
                  <a:lnTo>
                    <a:pt x="5791200" y="0"/>
                  </a:lnTo>
                </a:path>
              </a:pathLst>
            </a:custGeom>
            <a:noFill/>
            <a:ln w="9525">
              <a:solidFill>
                <a:srgbClr val="E2E8F0"/>
              </a:solidFill>
            </a:ln>
          </p:spPr>
        </p:sp>
      </p:grpSp>
      <p:grpSp>
        <p:nvGrpSpPr>
          <p:cNvPr id="30" name="Group 30"/>
          <p:cNvGrpSpPr/>
          <p:nvPr/>
        </p:nvGrpSpPr>
        <p:grpSpPr>
          <a:xfrm>
            <a:off x="6019800" y="2927032"/>
            <a:ext cx="5791200" cy="549593"/>
            <a:chOff x="6019800" y="2927032"/>
            <a:chExt cx="5791200" cy="549593"/>
          </a:xfrm>
        </p:grpSpPr>
        <p:sp>
          <p:nvSpPr>
            <p:cNvPr id="26" name="Freeform 26"/>
            <p:cNvSpPr/>
            <p:nvPr/>
          </p:nvSpPr>
          <p:spPr>
            <a:xfrm>
              <a:off x="6040437" y="2930665"/>
              <a:ext cx="217003" cy="217358"/>
            </a:xfrm>
            <a:custGeom>
              <a:avLst/>
              <a:gdLst/>
              <a:ahLst/>
              <a:cxnLst/>
              <a:rect l="l" t="t" r="r" b="b"/>
              <a:pathLst>
                <a:path w="217003" h="217358">
                  <a:moveTo>
                    <a:pt x="154781" y="18449"/>
                  </a:moveTo>
                  <a:cubicBezTo>
                    <a:pt x="197783" y="43278"/>
                    <a:pt x="217003" y="95214"/>
                    <a:pt x="200524" y="142055"/>
                  </a:cubicBezTo>
                  <a:cubicBezTo>
                    <a:pt x="184044" y="188897"/>
                    <a:pt x="136540" y="217358"/>
                    <a:pt x="87464" y="209793"/>
                  </a:cubicBezTo>
                  <a:cubicBezTo>
                    <a:pt x="38388" y="202228"/>
                    <a:pt x="1660" y="160782"/>
                    <a:pt x="52" y="111153"/>
                  </a:cubicBezTo>
                  <a:lnTo>
                    <a:pt x="0" y="107809"/>
                  </a:lnTo>
                  <a:lnTo>
                    <a:pt x="52" y="104466"/>
                  </a:lnTo>
                  <a:cubicBezTo>
                    <a:pt x="1227" y="68216"/>
                    <a:pt x="21348" y="35245"/>
                    <a:pt x="53047" y="17623"/>
                  </a:cubicBezTo>
                  <a:cubicBezTo>
                    <a:pt x="84747" y="0"/>
                    <a:pt x="123372" y="314"/>
                    <a:pt x="154781" y="18449"/>
                  </a:cubicBezTo>
                  <a:close/>
                  <a:moveTo>
                    <a:pt x="141439" y="79877"/>
                  </a:moveTo>
                  <a:cubicBezTo>
                    <a:pt x="137762" y="76201"/>
                    <a:pt x="131926" y="75834"/>
                    <a:pt x="127818" y="79020"/>
                  </a:cubicBezTo>
                  <a:lnTo>
                    <a:pt x="126848" y="79877"/>
                  </a:lnTo>
                  <a:lnTo>
                    <a:pt x="92868" y="113846"/>
                  </a:lnTo>
                  <a:lnTo>
                    <a:pt x="79526" y="100514"/>
                  </a:lnTo>
                  <a:lnTo>
                    <a:pt x="78556" y="99658"/>
                  </a:lnTo>
                  <a:cubicBezTo>
                    <a:pt x="74448" y="96473"/>
                    <a:pt x="68614" y="96842"/>
                    <a:pt x="64938" y="100517"/>
                  </a:cubicBezTo>
                  <a:cubicBezTo>
                    <a:pt x="61263" y="104192"/>
                    <a:pt x="60895" y="110027"/>
                    <a:pt x="64079" y="114135"/>
                  </a:cubicBezTo>
                  <a:lnTo>
                    <a:pt x="64936" y="115105"/>
                  </a:lnTo>
                  <a:lnTo>
                    <a:pt x="85573" y="135742"/>
                  </a:lnTo>
                  <a:lnTo>
                    <a:pt x="86543" y="136599"/>
                  </a:lnTo>
                  <a:cubicBezTo>
                    <a:pt x="90266" y="139487"/>
                    <a:pt x="95471" y="139487"/>
                    <a:pt x="99194" y="136599"/>
                  </a:cubicBezTo>
                  <a:lnTo>
                    <a:pt x="100164" y="135742"/>
                  </a:lnTo>
                  <a:lnTo>
                    <a:pt x="141439" y="94467"/>
                  </a:lnTo>
                  <a:lnTo>
                    <a:pt x="142295" y="93497"/>
                  </a:lnTo>
                  <a:cubicBezTo>
                    <a:pt x="145482" y="89390"/>
                    <a:pt x="145115" y="83553"/>
                    <a:pt x="141439" y="79877"/>
                  </a:cubicBezTo>
                  <a:close/>
                </a:path>
              </a:pathLst>
            </a:custGeom>
            <a:solidFill>
              <a:srgbClr val="2E7D5B"/>
            </a:solidFill>
            <a:ln>
              <a:noFill/>
            </a:ln>
          </p:spPr>
        </p:sp>
        <p:sp>
          <p:nvSpPr>
            <p:cNvPr id="27" name="TextBox 27"/>
            <p:cNvSpPr txBox="1"/>
            <p:nvPr/>
          </p:nvSpPr>
          <p:spPr>
            <a:xfrm>
              <a:off x="6373368" y="2927032"/>
              <a:ext cx="3048743" cy="322707"/>
            </a:xfrm>
            <a:prstGeom prst="rect">
              <a:avLst/>
            </a:prstGeom>
            <a:noFill/>
            <a:ln>
              <a:noFill/>
            </a:ln>
          </p:spPr>
          <p:txBody>
            <a:bodyPr wrap="none" lIns="0" tIns="0" rIns="0" bIns="0" anchor="t" anchorCtr="0">
              <a:spAutoFit/>
            </a:bodyPr>
            <a:lstStyle/>
            <a:p>
              <a:pPr algn="l"/>
              <a:r>
                <a:rPr lang="zh-CN" sz="1650" b="1" dirty="0">
                  <a:solidFill>
                    <a:schemeClr val="dk1"/>
                  </a:solidFill>
                  <a:latin typeface="Consolas"/>
                  <a:ea typeface="Microsoft YaHei"/>
                  <a:cs typeface="Consolas"/>
                </a:rPr>
                <a:t>&lt;ブック名&gt;_macrostudio.xlsm</a:t>
              </a:r>
            </a:p>
          </p:txBody>
        </p:sp>
        <p:sp>
          <p:nvSpPr>
            <p:cNvPr id="28" name="TextBox 28"/>
            <p:cNvSpPr txBox="1"/>
            <p:nvPr/>
          </p:nvSpPr>
          <p:spPr>
            <a:xfrm>
              <a:off x="6374130" y="3171825"/>
              <a:ext cx="2408110" cy="293370"/>
            </a:xfrm>
            <a:prstGeom prst="rect">
              <a:avLst/>
            </a:prstGeom>
            <a:noFill/>
            <a:ln>
              <a:noFill/>
            </a:ln>
          </p:spPr>
          <p:txBody>
            <a:bodyPr wrap="none" lIns="0" tIns="0" rIns="0" bIns="0" anchor="t" anchorCtr="0">
              <a:spAutoFit/>
            </a:bodyPr>
            <a:lstStyle/>
            <a:p>
              <a:pPr algn="l"/>
              <a:r>
                <a:rPr lang="zh-CN" sz="1500" dirty="0">
                  <a:solidFill>
                    <a:srgbClr val="5B6B7C"/>
                  </a:solidFill>
                  <a:latin typeface="+mn-lt"/>
                  <a:ea typeface="+mn-ea"/>
                  <a:cs typeface="+mn-cs"/>
                </a:rPr>
                <a:t>改修済みブック（これが成果物）</a:t>
              </a:r>
            </a:p>
          </p:txBody>
        </p:sp>
        <p:sp>
          <p:nvSpPr>
            <p:cNvPr id="29" name="Line 29"/>
            <p:cNvSpPr/>
            <p:nvPr/>
          </p:nvSpPr>
          <p:spPr>
            <a:xfrm>
              <a:off x="6019800" y="3467100"/>
              <a:ext cx="5791200" cy="9525"/>
            </a:xfrm>
            <a:custGeom>
              <a:avLst/>
              <a:gdLst/>
              <a:ahLst/>
              <a:cxnLst/>
              <a:rect l="l" t="t" r="r" b="b"/>
              <a:pathLst>
                <a:path w="5791200" h="9525">
                  <a:moveTo>
                    <a:pt x="0" y="0"/>
                  </a:moveTo>
                  <a:lnTo>
                    <a:pt x="5791200" y="0"/>
                  </a:lnTo>
                </a:path>
              </a:pathLst>
            </a:custGeom>
            <a:noFill/>
            <a:ln w="9525">
              <a:solidFill>
                <a:srgbClr val="E2E8F0"/>
              </a:solidFill>
            </a:ln>
          </p:spPr>
        </p:sp>
      </p:grpSp>
      <p:grpSp>
        <p:nvGrpSpPr>
          <p:cNvPr id="37" name="Group 37"/>
          <p:cNvGrpSpPr/>
          <p:nvPr/>
        </p:nvGrpSpPr>
        <p:grpSpPr>
          <a:xfrm>
            <a:off x="6019800" y="3669982"/>
            <a:ext cx="5791200" cy="549593"/>
            <a:chOff x="6019800" y="3669982"/>
            <a:chExt cx="5791200" cy="549593"/>
          </a:xfrm>
        </p:grpSpPr>
        <p:grpSp>
          <p:nvGrpSpPr>
            <p:cNvPr id="33" name="Group 33"/>
            <p:cNvGrpSpPr/>
            <p:nvPr/>
          </p:nvGrpSpPr>
          <p:grpSpPr>
            <a:xfrm>
              <a:off x="6061074" y="3678237"/>
              <a:ext cx="165101" cy="206375"/>
              <a:chOff x="6061074" y="3678237"/>
              <a:chExt cx="165101" cy="206375"/>
            </a:xfrm>
          </p:grpSpPr>
          <p:sp>
            <p:nvSpPr>
              <p:cNvPr id="31" name="Freeform 31"/>
              <p:cNvSpPr/>
              <p:nvPr/>
            </p:nvSpPr>
            <p:spPr>
              <a:xfrm>
                <a:off x="6061074" y="3678237"/>
                <a:ext cx="165101" cy="206375"/>
              </a:xfrm>
              <a:custGeom>
                <a:avLst/>
                <a:gdLst/>
                <a:ahLst/>
                <a:cxnLst/>
                <a:rect l="l" t="t" r="r" b="b"/>
                <a:pathLst>
                  <a:path w="165101" h="206375">
                    <a:moveTo>
                      <a:pt x="82551" y="0"/>
                    </a:moveTo>
                    <a:lnTo>
                      <a:pt x="83758" y="72"/>
                    </a:lnTo>
                    <a:cubicBezTo>
                      <a:pt x="88499" y="631"/>
                      <a:pt x="92238" y="4370"/>
                      <a:pt x="92797" y="9111"/>
                    </a:cubicBezTo>
                    <a:lnTo>
                      <a:pt x="92869" y="10319"/>
                    </a:lnTo>
                    <a:lnTo>
                      <a:pt x="92869" y="51594"/>
                    </a:lnTo>
                    <a:lnTo>
                      <a:pt x="92921" y="53141"/>
                    </a:lnTo>
                    <a:cubicBezTo>
                      <a:pt x="93684" y="63294"/>
                      <a:pt x="101737" y="71373"/>
                      <a:pt x="111887" y="72169"/>
                    </a:cubicBezTo>
                    <a:lnTo>
                      <a:pt x="113507" y="72231"/>
                    </a:lnTo>
                    <a:lnTo>
                      <a:pt x="154782" y="72231"/>
                    </a:lnTo>
                    <a:lnTo>
                      <a:pt x="155989" y="72303"/>
                    </a:lnTo>
                    <a:cubicBezTo>
                      <a:pt x="160730" y="72862"/>
                      <a:pt x="164469" y="76601"/>
                      <a:pt x="165028" y="81342"/>
                    </a:cubicBezTo>
                    <a:lnTo>
                      <a:pt x="165100" y="82550"/>
                    </a:lnTo>
                    <a:lnTo>
                      <a:pt x="165100" y="175418"/>
                    </a:lnTo>
                    <a:cubicBezTo>
                      <a:pt x="165101" y="191810"/>
                      <a:pt x="152324" y="205361"/>
                      <a:pt x="135960" y="206323"/>
                    </a:cubicBezTo>
                    <a:lnTo>
                      <a:pt x="134144" y="206374"/>
                    </a:lnTo>
                    <a:lnTo>
                      <a:pt x="30957" y="206374"/>
                    </a:lnTo>
                    <a:cubicBezTo>
                      <a:pt x="14565" y="206375"/>
                      <a:pt x="1014" y="193598"/>
                      <a:pt x="53" y="177234"/>
                    </a:cubicBezTo>
                    <a:lnTo>
                      <a:pt x="1" y="175418"/>
                    </a:lnTo>
                    <a:lnTo>
                      <a:pt x="1" y="30956"/>
                    </a:lnTo>
                    <a:cubicBezTo>
                      <a:pt x="0" y="14564"/>
                      <a:pt x="12777" y="1013"/>
                      <a:pt x="29141" y="52"/>
                    </a:cubicBezTo>
                    <a:lnTo>
                      <a:pt x="30957" y="0"/>
                    </a:lnTo>
                    <a:close/>
                    <a:moveTo>
                      <a:pt x="103188" y="154781"/>
                    </a:moveTo>
                    <a:lnTo>
                      <a:pt x="61913" y="154781"/>
                    </a:lnTo>
                    <a:cubicBezTo>
                      <a:pt x="56214" y="154781"/>
                      <a:pt x="51595" y="159401"/>
                      <a:pt x="51595" y="165099"/>
                    </a:cubicBezTo>
                    <a:cubicBezTo>
                      <a:pt x="51595" y="170798"/>
                      <a:pt x="56214" y="175418"/>
                      <a:pt x="61913" y="175418"/>
                    </a:cubicBezTo>
                    <a:lnTo>
                      <a:pt x="103188" y="175418"/>
                    </a:lnTo>
                    <a:cubicBezTo>
                      <a:pt x="108887" y="175418"/>
                      <a:pt x="113507" y="170798"/>
                      <a:pt x="113507" y="165099"/>
                    </a:cubicBezTo>
                    <a:cubicBezTo>
                      <a:pt x="113507" y="159401"/>
                      <a:pt x="108887" y="154781"/>
                      <a:pt x="103188" y="154781"/>
                    </a:cubicBezTo>
                    <a:moveTo>
                      <a:pt x="82551" y="82550"/>
                    </a:moveTo>
                    <a:cubicBezTo>
                      <a:pt x="76852" y="82550"/>
                      <a:pt x="72232" y="87170"/>
                      <a:pt x="72232" y="92868"/>
                    </a:cubicBezTo>
                    <a:lnTo>
                      <a:pt x="72232" y="103187"/>
                    </a:lnTo>
                    <a:lnTo>
                      <a:pt x="61913" y="103187"/>
                    </a:lnTo>
                    <a:cubicBezTo>
                      <a:pt x="56214" y="103187"/>
                      <a:pt x="51595" y="107807"/>
                      <a:pt x="51595" y="113506"/>
                    </a:cubicBezTo>
                    <a:cubicBezTo>
                      <a:pt x="51595" y="119205"/>
                      <a:pt x="56214" y="123825"/>
                      <a:pt x="61913" y="123825"/>
                    </a:cubicBezTo>
                    <a:lnTo>
                      <a:pt x="72232" y="123825"/>
                    </a:lnTo>
                    <a:lnTo>
                      <a:pt x="72232" y="134143"/>
                    </a:lnTo>
                    <a:cubicBezTo>
                      <a:pt x="72232" y="139842"/>
                      <a:pt x="76852" y="144462"/>
                      <a:pt x="82551" y="144462"/>
                    </a:cubicBezTo>
                    <a:cubicBezTo>
                      <a:pt x="88250" y="144462"/>
                      <a:pt x="92869" y="139842"/>
                      <a:pt x="92869" y="134143"/>
                    </a:cubicBezTo>
                    <a:lnTo>
                      <a:pt x="92869" y="123825"/>
                    </a:lnTo>
                    <a:lnTo>
                      <a:pt x="103188" y="123825"/>
                    </a:lnTo>
                    <a:cubicBezTo>
                      <a:pt x="108887" y="123825"/>
                      <a:pt x="113507" y="119205"/>
                      <a:pt x="113507" y="113506"/>
                    </a:cubicBezTo>
                    <a:cubicBezTo>
                      <a:pt x="113507" y="107807"/>
                      <a:pt x="108887" y="103187"/>
                      <a:pt x="103188" y="103187"/>
                    </a:cubicBezTo>
                    <a:lnTo>
                      <a:pt x="92869" y="103187"/>
                    </a:lnTo>
                    <a:lnTo>
                      <a:pt x="92869" y="92868"/>
                    </a:lnTo>
                    <a:cubicBezTo>
                      <a:pt x="92869" y="87170"/>
                      <a:pt x="88250" y="82550"/>
                      <a:pt x="82551" y="82550"/>
                    </a:cubicBezTo>
                  </a:path>
                </a:pathLst>
              </a:custGeom>
              <a:solidFill>
                <a:schemeClr val="accent3"/>
              </a:solidFill>
              <a:ln>
                <a:noFill/>
              </a:ln>
            </p:spPr>
          </p:sp>
          <p:sp>
            <p:nvSpPr>
              <p:cNvPr id="32" name="Freeform 32"/>
              <p:cNvSpPr/>
              <p:nvPr/>
            </p:nvSpPr>
            <p:spPr>
              <a:xfrm>
                <a:off x="6174570" y="3688546"/>
                <a:ext cx="41285" cy="41285"/>
              </a:xfrm>
              <a:custGeom>
                <a:avLst/>
                <a:gdLst/>
                <a:ahLst/>
                <a:cxnLst/>
                <a:rect l="l" t="t" r="r" b="b"/>
                <a:pathLst>
                  <a:path w="41285" h="41285">
                    <a:moveTo>
                      <a:pt x="41285" y="41285"/>
                    </a:moveTo>
                    <a:lnTo>
                      <a:pt x="10" y="41285"/>
                    </a:lnTo>
                    <a:lnTo>
                      <a:pt x="0" y="0"/>
                    </a:lnTo>
                    <a:close/>
                  </a:path>
                </a:pathLst>
              </a:custGeom>
              <a:solidFill>
                <a:schemeClr val="accent3"/>
              </a:solidFill>
              <a:ln>
                <a:noFill/>
              </a:ln>
            </p:spPr>
          </p:sp>
        </p:grpSp>
        <p:sp>
          <p:nvSpPr>
            <p:cNvPr id="34" name="TextBox 34"/>
            <p:cNvSpPr txBox="1"/>
            <p:nvPr/>
          </p:nvSpPr>
          <p:spPr>
            <a:xfrm>
              <a:off x="6373368" y="3669982"/>
              <a:ext cx="1999212" cy="322707"/>
            </a:xfrm>
            <a:prstGeom prst="rect">
              <a:avLst/>
            </a:prstGeom>
            <a:noFill/>
            <a:ln>
              <a:noFill/>
            </a:ln>
          </p:spPr>
          <p:txBody>
            <a:bodyPr wrap="none" lIns="0" tIns="0" rIns="0" bIns="0" anchor="t" anchorCtr="0">
              <a:spAutoFit/>
            </a:bodyPr>
            <a:lstStyle/>
            <a:p>
              <a:pPr algn="l"/>
              <a:r>
                <a:rPr lang="en-US" sz="1650" b="1" dirty="0">
                  <a:solidFill>
                    <a:schemeClr val="dk1"/>
                  </a:solidFill>
                  <a:latin typeface="Consolas"/>
                  <a:ea typeface="Consolas"/>
                  <a:cs typeface="Consolas"/>
                </a:rPr>
                <a:t>diff-report.html</a:t>
              </a:r>
            </a:p>
          </p:txBody>
        </p:sp>
        <p:sp>
          <p:nvSpPr>
            <p:cNvPr id="35" name="TextBox 35"/>
            <p:cNvSpPr txBox="1"/>
            <p:nvPr/>
          </p:nvSpPr>
          <p:spPr>
            <a:xfrm>
              <a:off x="6374130" y="3914775"/>
              <a:ext cx="1782128" cy="293370"/>
            </a:xfrm>
            <a:prstGeom prst="rect">
              <a:avLst/>
            </a:prstGeom>
            <a:noFill/>
            <a:ln>
              <a:noFill/>
            </a:ln>
          </p:spPr>
          <p:txBody>
            <a:bodyPr wrap="none" lIns="0" tIns="0" rIns="0" bIns="0" anchor="t" anchorCtr="0">
              <a:spAutoFit/>
            </a:bodyPr>
            <a:lstStyle/>
            <a:p>
              <a:pPr algn="l"/>
              <a:r>
                <a:rPr lang="zh-CN" sz="1500" dirty="0">
                  <a:solidFill>
                    <a:srgbClr val="5B6B7C"/>
                  </a:solidFill>
                  <a:latin typeface="+mn-lt"/>
                  <a:ea typeface="+mn-ea"/>
                  <a:cs typeface="+mn-cs"/>
                </a:rPr>
                <a:t>変更内容の確認レポート</a:t>
              </a:r>
            </a:p>
          </p:txBody>
        </p:sp>
        <p:sp>
          <p:nvSpPr>
            <p:cNvPr id="36" name="Line 36"/>
            <p:cNvSpPr/>
            <p:nvPr/>
          </p:nvSpPr>
          <p:spPr>
            <a:xfrm>
              <a:off x="6019800" y="4210050"/>
              <a:ext cx="5791200" cy="9525"/>
            </a:xfrm>
            <a:custGeom>
              <a:avLst/>
              <a:gdLst/>
              <a:ahLst/>
              <a:cxnLst/>
              <a:rect l="l" t="t" r="r" b="b"/>
              <a:pathLst>
                <a:path w="5791200" h="9525">
                  <a:moveTo>
                    <a:pt x="0" y="0"/>
                  </a:moveTo>
                  <a:lnTo>
                    <a:pt x="5791200" y="0"/>
                  </a:lnTo>
                </a:path>
              </a:pathLst>
            </a:custGeom>
            <a:noFill/>
            <a:ln w="9525">
              <a:solidFill>
                <a:srgbClr val="E2E8F0"/>
              </a:solidFill>
            </a:ln>
          </p:spPr>
        </p:sp>
      </p:grpSp>
      <p:grpSp>
        <p:nvGrpSpPr>
          <p:cNvPr id="47" name="Group 47"/>
          <p:cNvGrpSpPr/>
          <p:nvPr/>
        </p:nvGrpSpPr>
        <p:grpSpPr>
          <a:xfrm>
            <a:off x="6044710" y="4412932"/>
            <a:ext cx="2959654" cy="538163"/>
            <a:chOff x="6044710" y="4412932"/>
            <a:chExt cx="2959654" cy="538163"/>
          </a:xfrm>
        </p:grpSpPr>
        <p:grpSp>
          <p:nvGrpSpPr>
            <p:cNvPr id="44" name="Group 44"/>
            <p:cNvGrpSpPr/>
            <p:nvPr/>
          </p:nvGrpSpPr>
          <p:grpSpPr>
            <a:xfrm>
              <a:off x="6044710" y="4435661"/>
              <a:ext cx="191783" cy="172268"/>
              <a:chOff x="6044710" y="4435661"/>
              <a:chExt cx="191783" cy="172268"/>
            </a:xfrm>
          </p:grpSpPr>
          <p:sp>
            <p:nvSpPr>
              <p:cNvPr id="38" name="Freeform 38"/>
              <p:cNvSpPr/>
              <p:nvPr/>
            </p:nvSpPr>
            <p:spPr>
              <a:xfrm>
                <a:off x="6044710" y="4435661"/>
                <a:ext cx="63804" cy="48444"/>
              </a:xfrm>
              <a:custGeom>
                <a:avLst/>
                <a:gdLst/>
                <a:ahLst/>
                <a:cxnLst/>
                <a:rect l="l" t="t" r="r" b="b"/>
                <a:pathLst>
                  <a:path w="63804" h="48444">
                    <a:moveTo>
                      <a:pt x="59776" y="4028"/>
                    </a:moveTo>
                    <a:cubicBezTo>
                      <a:pt x="63804" y="8058"/>
                      <a:pt x="63804" y="14589"/>
                      <a:pt x="59776" y="18619"/>
                    </a:cubicBezTo>
                    <a:lnTo>
                      <a:pt x="33979" y="44416"/>
                    </a:lnTo>
                    <a:cubicBezTo>
                      <a:pt x="29950" y="48444"/>
                      <a:pt x="23418" y="48444"/>
                      <a:pt x="19389" y="44416"/>
                    </a:cubicBezTo>
                    <a:lnTo>
                      <a:pt x="3911" y="28938"/>
                    </a:lnTo>
                    <a:cubicBezTo>
                      <a:pt x="0" y="24889"/>
                      <a:pt x="56" y="18453"/>
                      <a:pt x="4036" y="14473"/>
                    </a:cubicBezTo>
                    <a:cubicBezTo>
                      <a:pt x="8016" y="10492"/>
                      <a:pt x="14452" y="10436"/>
                      <a:pt x="18501" y="14347"/>
                    </a:cubicBezTo>
                    <a:lnTo>
                      <a:pt x="26684" y="22530"/>
                    </a:lnTo>
                    <a:lnTo>
                      <a:pt x="45185" y="4028"/>
                    </a:lnTo>
                    <a:cubicBezTo>
                      <a:pt x="49215" y="0"/>
                      <a:pt x="55747" y="0"/>
                      <a:pt x="59776" y="4028"/>
                    </a:cubicBezTo>
                  </a:path>
                </a:pathLst>
              </a:custGeom>
              <a:solidFill>
                <a:schemeClr val="accent3"/>
              </a:solidFill>
              <a:ln>
                <a:noFill/>
              </a:ln>
            </p:spPr>
          </p:sp>
          <p:sp>
            <p:nvSpPr>
              <p:cNvPr id="39" name="Freeform 39"/>
              <p:cNvSpPr/>
              <p:nvPr/>
            </p:nvSpPr>
            <p:spPr>
              <a:xfrm>
                <a:off x="6044710" y="4497573"/>
                <a:ext cx="63804" cy="48444"/>
              </a:xfrm>
              <a:custGeom>
                <a:avLst/>
                <a:gdLst/>
                <a:ahLst/>
                <a:cxnLst/>
                <a:rect l="l" t="t" r="r" b="b"/>
                <a:pathLst>
                  <a:path w="63804" h="48444">
                    <a:moveTo>
                      <a:pt x="59776" y="4028"/>
                    </a:moveTo>
                    <a:cubicBezTo>
                      <a:pt x="63804" y="8058"/>
                      <a:pt x="63804" y="14589"/>
                      <a:pt x="59776" y="18619"/>
                    </a:cubicBezTo>
                    <a:lnTo>
                      <a:pt x="33979" y="44416"/>
                    </a:lnTo>
                    <a:cubicBezTo>
                      <a:pt x="29950" y="48444"/>
                      <a:pt x="23418" y="48444"/>
                      <a:pt x="19389" y="44416"/>
                    </a:cubicBezTo>
                    <a:lnTo>
                      <a:pt x="3911" y="28938"/>
                    </a:lnTo>
                    <a:cubicBezTo>
                      <a:pt x="0" y="24889"/>
                      <a:pt x="56" y="18453"/>
                      <a:pt x="4036" y="14473"/>
                    </a:cubicBezTo>
                    <a:cubicBezTo>
                      <a:pt x="8016" y="10492"/>
                      <a:pt x="14452" y="10436"/>
                      <a:pt x="18501" y="14347"/>
                    </a:cubicBezTo>
                    <a:lnTo>
                      <a:pt x="26684" y="22530"/>
                    </a:lnTo>
                    <a:lnTo>
                      <a:pt x="45185" y="4028"/>
                    </a:lnTo>
                    <a:cubicBezTo>
                      <a:pt x="49215" y="0"/>
                      <a:pt x="55747" y="0"/>
                      <a:pt x="59776" y="4028"/>
                    </a:cubicBezTo>
                  </a:path>
                </a:pathLst>
              </a:custGeom>
              <a:solidFill>
                <a:schemeClr val="accent3"/>
              </a:solidFill>
              <a:ln>
                <a:noFill/>
              </a:ln>
            </p:spPr>
          </p:sp>
          <p:sp>
            <p:nvSpPr>
              <p:cNvPr id="40" name="Freeform 40"/>
              <p:cNvSpPr/>
              <p:nvPr/>
            </p:nvSpPr>
            <p:spPr>
              <a:xfrm>
                <a:off x="6044710" y="4559485"/>
                <a:ext cx="63804" cy="48444"/>
              </a:xfrm>
              <a:custGeom>
                <a:avLst/>
                <a:gdLst/>
                <a:ahLst/>
                <a:cxnLst/>
                <a:rect l="l" t="t" r="r" b="b"/>
                <a:pathLst>
                  <a:path w="63804" h="48444">
                    <a:moveTo>
                      <a:pt x="59776" y="4028"/>
                    </a:moveTo>
                    <a:cubicBezTo>
                      <a:pt x="63804" y="8058"/>
                      <a:pt x="63804" y="14589"/>
                      <a:pt x="59776" y="18619"/>
                    </a:cubicBezTo>
                    <a:lnTo>
                      <a:pt x="33979" y="44416"/>
                    </a:lnTo>
                    <a:cubicBezTo>
                      <a:pt x="29950" y="48444"/>
                      <a:pt x="23418" y="48444"/>
                      <a:pt x="19389" y="44416"/>
                    </a:cubicBezTo>
                    <a:lnTo>
                      <a:pt x="3911" y="28938"/>
                    </a:lnTo>
                    <a:cubicBezTo>
                      <a:pt x="0" y="24889"/>
                      <a:pt x="56" y="18453"/>
                      <a:pt x="4036" y="14473"/>
                    </a:cubicBezTo>
                    <a:cubicBezTo>
                      <a:pt x="8016" y="10492"/>
                      <a:pt x="14452" y="10436"/>
                      <a:pt x="18501" y="14347"/>
                    </a:cubicBezTo>
                    <a:lnTo>
                      <a:pt x="26684" y="22530"/>
                    </a:lnTo>
                    <a:lnTo>
                      <a:pt x="45185" y="4028"/>
                    </a:lnTo>
                    <a:cubicBezTo>
                      <a:pt x="49215" y="0"/>
                      <a:pt x="55747" y="0"/>
                      <a:pt x="59776" y="4028"/>
                    </a:cubicBezTo>
                  </a:path>
                </a:pathLst>
              </a:custGeom>
              <a:solidFill>
                <a:schemeClr val="accent3"/>
              </a:solidFill>
              <a:ln>
                <a:noFill/>
              </a:ln>
            </p:spPr>
          </p:sp>
          <p:sp>
            <p:nvSpPr>
              <p:cNvPr id="41" name="Freeform 41"/>
              <p:cNvSpPr/>
              <p:nvPr/>
            </p:nvSpPr>
            <p:spPr>
              <a:xfrm>
                <a:off x="6122987" y="4452144"/>
                <a:ext cx="113506" cy="20637"/>
              </a:xfrm>
              <a:custGeom>
                <a:avLst/>
                <a:gdLst/>
                <a:ahLst/>
                <a:cxnLst/>
                <a:rect l="l" t="t" r="r" b="b"/>
                <a:pathLst>
                  <a:path w="113506" h="20637">
                    <a:moveTo>
                      <a:pt x="113506" y="10319"/>
                    </a:moveTo>
                    <a:cubicBezTo>
                      <a:pt x="113506" y="16018"/>
                      <a:pt x="108886" y="20637"/>
                      <a:pt x="103187" y="20637"/>
                    </a:cubicBezTo>
                    <a:lnTo>
                      <a:pt x="10319" y="20637"/>
                    </a:lnTo>
                    <a:cubicBezTo>
                      <a:pt x="4620" y="20637"/>
                      <a:pt x="0" y="16018"/>
                      <a:pt x="0" y="10319"/>
                    </a:cubicBezTo>
                    <a:cubicBezTo>
                      <a:pt x="0" y="4620"/>
                      <a:pt x="4620" y="0"/>
                      <a:pt x="10319" y="0"/>
                    </a:cubicBezTo>
                    <a:lnTo>
                      <a:pt x="103187" y="0"/>
                    </a:lnTo>
                    <a:cubicBezTo>
                      <a:pt x="108886" y="0"/>
                      <a:pt x="113506" y="4620"/>
                      <a:pt x="113506" y="10319"/>
                    </a:cubicBezTo>
                  </a:path>
                </a:pathLst>
              </a:custGeom>
              <a:solidFill>
                <a:schemeClr val="accent3"/>
              </a:solidFill>
              <a:ln>
                <a:noFill/>
              </a:ln>
            </p:spPr>
          </p:sp>
          <p:sp>
            <p:nvSpPr>
              <p:cNvPr id="42" name="Freeform 42"/>
              <p:cNvSpPr/>
              <p:nvPr/>
            </p:nvSpPr>
            <p:spPr>
              <a:xfrm>
                <a:off x="6122987" y="4514056"/>
                <a:ext cx="113506" cy="20637"/>
              </a:xfrm>
              <a:custGeom>
                <a:avLst/>
                <a:gdLst/>
                <a:ahLst/>
                <a:cxnLst/>
                <a:rect l="l" t="t" r="r" b="b"/>
                <a:pathLst>
                  <a:path w="113506" h="20637">
                    <a:moveTo>
                      <a:pt x="113506" y="10319"/>
                    </a:moveTo>
                    <a:cubicBezTo>
                      <a:pt x="113506" y="16018"/>
                      <a:pt x="108886" y="20637"/>
                      <a:pt x="103187" y="20637"/>
                    </a:cubicBezTo>
                    <a:lnTo>
                      <a:pt x="10319" y="20637"/>
                    </a:lnTo>
                    <a:cubicBezTo>
                      <a:pt x="4620" y="20637"/>
                      <a:pt x="0" y="16018"/>
                      <a:pt x="0" y="10319"/>
                    </a:cubicBezTo>
                    <a:cubicBezTo>
                      <a:pt x="0" y="4620"/>
                      <a:pt x="4620" y="0"/>
                      <a:pt x="10319" y="0"/>
                    </a:cubicBezTo>
                    <a:lnTo>
                      <a:pt x="103187" y="0"/>
                    </a:lnTo>
                    <a:cubicBezTo>
                      <a:pt x="108886" y="0"/>
                      <a:pt x="113506" y="4620"/>
                      <a:pt x="113506" y="10319"/>
                    </a:cubicBezTo>
                  </a:path>
                </a:pathLst>
              </a:custGeom>
              <a:solidFill>
                <a:schemeClr val="accent3"/>
              </a:solidFill>
              <a:ln>
                <a:noFill/>
              </a:ln>
            </p:spPr>
          </p:sp>
          <p:sp>
            <p:nvSpPr>
              <p:cNvPr id="43" name="Freeform 43"/>
              <p:cNvSpPr/>
              <p:nvPr/>
            </p:nvSpPr>
            <p:spPr>
              <a:xfrm>
                <a:off x="6122987" y="4575968"/>
                <a:ext cx="113506" cy="20637"/>
              </a:xfrm>
              <a:custGeom>
                <a:avLst/>
                <a:gdLst/>
                <a:ahLst/>
                <a:cxnLst/>
                <a:rect l="l" t="t" r="r" b="b"/>
                <a:pathLst>
                  <a:path w="113506" h="20637">
                    <a:moveTo>
                      <a:pt x="113506" y="10319"/>
                    </a:moveTo>
                    <a:cubicBezTo>
                      <a:pt x="113506" y="16018"/>
                      <a:pt x="108886" y="20637"/>
                      <a:pt x="103187" y="20637"/>
                    </a:cubicBezTo>
                    <a:lnTo>
                      <a:pt x="10319" y="20637"/>
                    </a:lnTo>
                    <a:cubicBezTo>
                      <a:pt x="4620" y="20637"/>
                      <a:pt x="0" y="16018"/>
                      <a:pt x="0" y="10319"/>
                    </a:cubicBezTo>
                    <a:cubicBezTo>
                      <a:pt x="0" y="4620"/>
                      <a:pt x="4620" y="0"/>
                      <a:pt x="10319" y="0"/>
                    </a:cubicBezTo>
                    <a:lnTo>
                      <a:pt x="103187" y="0"/>
                    </a:lnTo>
                    <a:cubicBezTo>
                      <a:pt x="108886" y="0"/>
                      <a:pt x="113506" y="4620"/>
                      <a:pt x="113506" y="10319"/>
                    </a:cubicBezTo>
                  </a:path>
                </a:pathLst>
              </a:custGeom>
              <a:solidFill>
                <a:schemeClr val="accent3"/>
              </a:solidFill>
              <a:ln>
                <a:noFill/>
              </a:ln>
            </p:spPr>
          </p:sp>
        </p:grpSp>
        <p:sp>
          <p:nvSpPr>
            <p:cNvPr id="45" name="TextBox 45"/>
            <p:cNvSpPr txBox="1"/>
            <p:nvPr/>
          </p:nvSpPr>
          <p:spPr>
            <a:xfrm>
              <a:off x="6373368" y="4412932"/>
              <a:ext cx="1159587" cy="322707"/>
            </a:xfrm>
            <a:prstGeom prst="rect">
              <a:avLst/>
            </a:prstGeom>
            <a:noFill/>
            <a:ln>
              <a:noFill/>
            </a:ln>
          </p:spPr>
          <p:txBody>
            <a:bodyPr wrap="none" lIns="0" tIns="0" rIns="0" bIns="0" anchor="t" anchorCtr="0">
              <a:spAutoFit/>
            </a:bodyPr>
            <a:lstStyle/>
            <a:p>
              <a:pPr algn="l"/>
              <a:r>
                <a:rPr lang="en-US" sz="1650" b="1" dirty="0">
                  <a:solidFill>
                    <a:schemeClr val="dk1"/>
                  </a:solidFill>
                  <a:latin typeface="Consolas"/>
                  <a:ea typeface="Consolas"/>
                  <a:cs typeface="Consolas"/>
                </a:rPr>
                <a:t>result.md</a:t>
              </a:r>
            </a:p>
          </p:txBody>
        </p:sp>
        <p:sp>
          <p:nvSpPr>
            <p:cNvPr id="46" name="TextBox 46"/>
            <p:cNvSpPr txBox="1"/>
            <p:nvPr/>
          </p:nvSpPr>
          <p:spPr>
            <a:xfrm>
              <a:off x="6374130" y="4657725"/>
              <a:ext cx="2630234" cy="293370"/>
            </a:xfrm>
            <a:prstGeom prst="rect">
              <a:avLst/>
            </a:prstGeom>
            <a:noFill/>
            <a:ln>
              <a:noFill/>
            </a:ln>
          </p:spPr>
          <p:txBody>
            <a:bodyPr wrap="none" lIns="0" tIns="0" rIns="0" bIns="0" anchor="t" anchorCtr="0">
              <a:spAutoFit/>
            </a:bodyPr>
            <a:lstStyle/>
            <a:p>
              <a:pPr algn="l"/>
              <a:r>
                <a:rPr lang="zh-CN" sz="1500" dirty="0">
                  <a:solidFill>
                    <a:srgbClr val="5B6B7C"/>
                  </a:solidFill>
                  <a:latin typeface="+mn-lt"/>
                  <a:ea typeface="+mn-ea"/>
                  <a:cs typeface="+mn-cs"/>
                </a:rPr>
                <a:t>改修の概要メモ（何をどう直したか）</a:t>
              </a:r>
            </a:p>
          </p:txBody>
        </p:sp>
      </p:grpSp>
      <p:grpSp>
        <p:nvGrpSpPr>
          <p:cNvPr id="53" name="Group 53"/>
          <p:cNvGrpSpPr/>
          <p:nvPr/>
        </p:nvGrpSpPr>
        <p:grpSpPr>
          <a:xfrm>
            <a:off x="381000" y="5162550"/>
            <a:ext cx="11430000" cy="1047750"/>
            <a:chOff x="381000" y="5162550"/>
            <a:chExt cx="11430000" cy="1047750"/>
          </a:xfrm>
        </p:grpSpPr>
        <p:sp>
          <p:nvSpPr>
            <p:cNvPr id="48" name="Rectangle 48"/>
            <p:cNvSpPr/>
            <p:nvPr/>
          </p:nvSpPr>
          <p:spPr>
            <a:xfrm>
              <a:off x="381000" y="5162550"/>
              <a:ext cx="11430000" cy="1047750"/>
            </a:xfrm>
            <a:prstGeom prst="roundRect">
              <a:avLst>
                <a:gd name="adj" fmla="val 12727"/>
              </a:avLst>
            </a:prstGeom>
            <a:solidFill>
              <a:schemeClr val="lt1"/>
            </a:solidFill>
            <a:ln w="19050">
              <a:solidFill>
                <a:srgbClr val="2E7D5B"/>
              </a:solidFill>
            </a:ln>
          </p:spPr>
        </p:sp>
        <p:grpSp>
          <p:nvGrpSpPr>
            <p:cNvPr id="51" name="Group 51"/>
            <p:cNvGrpSpPr/>
            <p:nvPr/>
          </p:nvGrpSpPr>
          <p:grpSpPr>
            <a:xfrm>
              <a:off x="730249" y="5432425"/>
              <a:ext cx="177802" cy="222252"/>
              <a:chOff x="730249" y="5432425"/>
              <a:chExt cx="177802" cy="222252"/>
            </a:xfrm>
          </p:grpSpPr>
          <p:sp>
            <p:nvSpPr>
              <p:cNvPr id="49" name="Freeform 49"/>
              <p:cNvSpPr/>
              <p:nvPr/>
            </p:nvSpPr>
            <p:spPr>
              <a:xfrm>
                <a:off x="730249" y="5432425"/>
                <a:ext cx="177802" cy="222252"/>
              </a:xfrm>
              <a:custGeom>
                <a:avLst/>
                <a:gdLst/>
                <a:ahLst/>
                <a:cxnLst/>
                <a:rect l="l" t="t" r="r" b="b"/>
                <a:pathLst>
                  <a:path w="177802" h="222252">
                    <a:moveTo>
                      <a:pt x="88901" y="0"/>
                    </a:moveTo>
                    <a:lnTo>
                      <a:pt x="90201" y="78"/>
                    </a:lnTo>
                    <a:cubicBezTo>
                      <a:pt x="95308" y="680"/>
                      <a:pt x="99334" y="4706"/>
                      <a:pt x="99936" y="9812"/>
                    </a:cubicBezTo>
                    <a:lnTo>
                      <a:pt x="100014" y="11113"/>
                    </a:lnTo>
                    <a:lnTo>
                      <a:pt x="100014" y="55563"/>
                    </a:lnTo>
                    <a:lnTo>
                      <a:pt x="100069" y="57230"/>
                    </a:lnTo>
                    <a:cubicBezTo>
                      <a:pt x="100891" y="68163"/>
                      <a:pt x="109563" y="76864"/>
                      <a:pt x="120494" y="77721"/>
                    </a:cubicBezTo>
                    <a:lnTo>
                      <a:pt x="122239" y="77788"/>
                    </a:lnTo>
                    <a:lnTo>
                      <a:pt x="166689" y="77788"/>
                    </a:lnTo>
                    <a:lnTo>
                      <a:pt x="167989" y="77866"/>
                    </a:lnTo>
                    <a:cubicBezTo>
                      <a:pt x="173095" y="78468"/>
                      <a:pt x="177122" y="82494"/>
                      <a:pt x="177724" y="87600"/>
                    </a:cubicBezTo>
                    <a:lnTo>
                      <a:pt x="177801" y="88900"/>
                    </a:lnTo>
                    <a:lnTo>
                      <a:pt x="177801" y="188913"/>
                    </a:lnTo>
                    <a:cubicBezTo>
                      <a:pt x="177802" y="206566"/>
                      <a:pt x="164042" y="221159"/>
                      <a:pt x="146420" y="222195"/>
                    </a:cubicBezTo>
                    <a:lnTo>
                      <a:pt x="144464" y="222251"/>
                    </a:lnTo>
                    <a:lnTo>
                      <a:pt x="33339" y="222251"/>
                    </a:lnTo>
                    <a:cubicBezTo>
                      <a:pt x="15686" y="222252"/>
                      <a:pt x="1092" y="208491"/>
                      <a:pt x="57" y="190869"/>
                    </a:cubicBezTo>
                    <a:lnTo>
                      <a:pt x="1" y="188913"/>
                    </a:lnTo>
                    <a:lnTo>
                      <a:pt x="1" y="33338"/>
                    </a:lnTo>
                    <a:cubicBezTo>
                      <a:pt x="0" y="15685"/>
                      <a:pt x="13760" y="1091"/>
                      <a:pt x="31383" y="56"/>
                    </a:cubicBezTo>
                    <a:lnTo>
                      <a:pt x="33339" y="0"/>
                    </a:lnTo>
                    <a:close/>
                    <a:moveTo>
                      <a:pt x="111126" y="166688"/>
                    </a:moveTo>
                    <a:lnTo>
                      <a:pt x="66676" y="166688"/>
                    </a:lnTo>
                    <a:cubicBezTo>
                      <a:pt x="60539" y="166688"/>
                      <a:pt x="55564" y="171663"/>
                      <a:pt x="55564" y="177801"/>
                    </a:cubicBezTo>
                    <a:cubicBezTo>
                      <a:pt x="55564" y="183938"/>
                      <a:pt x="60539" y="188913"/>
                      <a:pt x="66676" y="188913"/>
                    </a:cubicBezTo>
                    <a:lnTo>
                      <a:pt x="111126" y="188913"/>
                    </a:lnTo>
                    <a:cubicBezTo>
                      <a:pt x="117264" y="188913"/>
                      <a:pt x="122239" y="183938"/>
                      <a:pt x="122239" y="177801"/>
                    </a:cubicBezTo>
                    <a:cubicBezTo>
                      <a:pt x="122239" y="171663"/>
                      <a:pt x="117264" y="166688"/>
                      <a:pt x="111126" y="166688"/>
                    </a:cubicBezTo>
                    <a:moveTo>
                      <a:pt x="88901" y="88900"/>
                    </a:moveTo>
                    <a:cubicBezTo>
                      <a:pt x="82764" y="88900"/>
                      <a:pt x="77789" y="93876"/>
                      <a:pt x="77789" y="100013"/>
                    </a:cubicBezTo>
                    <a:lnTo>
                      <a:pt x="77789" y="111125"/>
                    </a:lnTo>
                    <a:lnTo>
                      <a:pt x="66676" y="111125"/>
                    </a:lnTo>
                    <a:cubicBezTo>
                      <a:pt x="60539" y="111125"/>
                      <a:pt x="55564" y="116101"/>
                      <a:pt x="55564" y="122238"/>
                    </a:cubicBezTo>
                    <a:cubicBezTo>
                      <a:pt x="55564" y="128375"/>
                      <a:pt x="60539" y="133350"/>
                      <a:pt x="66676" y="133350"/>
                    </a:cubicBezTo>
                    <a:lnTo>
                      <a:pt x="77789" y="133350"/>
                    </a:lnTo>
                    <a:lnTo>
                      <a:pt x="77789" y="144463"/>
                    </a:lnTo>
                    <a:cubicBezTo>
                      <a:pt x="77789" y="150600"/>
                      <a:pt x="82764" y="155575"/>
                      <a:pt x="88901" y="155575"/>
                    </a:cubicBezTo>
                    <a:cubicBezTo>
                      <a:pt x="95039" y="155575"/>
                      <a:pt x="100014" y="150600"/>
                      <a:pt x="100014" y="144463"/>
                    </a:cubicBezTo>
                    <a:lnTo>
                      <a:pt x="100014" y="133350"/>
                    </a:lnTo>
                    <a:lnTo>
                      <a:pt x="111126" y="133350"/>
                    </a:lnTo>
                    <a:cubicBezTo>
                      <a:pt x="117264" y="133350"/>
                      <a:pt x="122239" y="128375"/>
                      <a:pt x="122239" y="122238"/>
                    </a:cubicBezTo>
                    <a:cubicBezTo>
                      <a:pt x="122239" y="116101"/>
                      <a:pt x="117264" y="111125"/>
                      <a:pt x="111126" y="111125"/>
                    </a:cubicBezTo>
                    <a:lnTo>
                      <a:pt x="100014" y="111125"/>
                    </a:lnTo>
                    <a:lnTo>
                      <a:pt x="100014" y="100013"/>
                    </a:lnTo>
                    <a:cubicBezTo>
                      <a:pt x="100014" y="93876"/>
                      <a:pt x="95039" y="88900"/>
                      <a:pt x="88901" y="88900"/>
                    </a:cubicBezTo>
                  </a:path>
                </a:pathLst>
              </a:custGeom>
              <a:solidFill>
                <a:srgbClr val="2E7D5B"/>
              </a:solidFill>
              <a:ln>
                <a:noFill/>
              </a:ln>
            </p:spPr>
          </p:sp>
          <p:sp>
            <p:nvSpPr>
              <p:cNvPr id="50" name="Freeform 50"/>
              <p:cNvSpPr/>
              <p:nvPr/>
            </p:nvSpPr>
            <p:spPr>
              <a:xfrm>
                <a:off x="852477" y="5443526"/>
                <a:ext cx="44461" cy="44461"/>
              </a:xfrm>
              <a:custGeom>
                <a:avLst/>
                <a:gdLst/>
                <a:ahLst/>
                <a:cxnLst/>
                <a:rect l="l" t="t" r="r" b="b"/>
                <a:pathLst>
                  <a:path w="44461" h="44461">
                    <a:moveTo>
                      <a:pt x="44461" y="44461"/>
                    </a:moveTo>
                    <a:lnTo>
                      <a:pt x="11" y="44461"/>
                    </a:lnTo>
                    <a:lnTo>
                      <a:pt x="0" y="0"/>
                    </a:lnTo>
                    <a:close/>
                  </a:path>
                </a:pathLst>
              </a:custGeom>
              <a:solidFill>
                <a:srgbClr val="2E7D5B"/>
              </a:solidFill>
              <a:ln>
                <a:noFill/>
              </a:ln>
            </p:spPr>
          </p:sp>
        </p:grpSp>
        <p:sp>
          <p:nvSpPr>
            <p:cNvPr id="52" name="TextBox 52"/>
            <p:cNvSpPr txBox="1"/>
            <p:nvPr/>
          </p:nvSpPr>
          <p:spPr>
            <a:xfrm>
              <a:off x="1095756" y="5425440"/>
              <a:ext cx="6672262" cy="675894"/>
            </a:xfrm>
            <a:prstGeom prst="rect">
              <a:avLst/>
            </a:prstGeom>
            <a:noFill/>
            <a:ln>
              <a:noFill/>
            </a:ln>
          </p:spPr>
          <p:txBody>
            <a:bodyPr wrap="square" lIns="0" tIns="0" rIns="0" bIns="0" anchor="t" anchorCtr="0"/>
            <a:lstStyle/>
            <a:p>
              <a:pPr algn="l">
                <a:lnSpc>
                  <a:spcPts val="2550"/>
                </a:lnSpc>
              </a:pPr>
              <a:r>
                <a:rPr lang="zh-CN" sz="1800" dirty="0">
                  <a:solidFill>
                    <a:schemeClr val="dk1"/>
                  </a:solidFill>
                  <a:latin typeface="+mn-lt"/>
                  <a:ea typeface="+mn-ea"/>
                  <a:cs typeface="+mn-cs"/>
                </a:rPr>
                <a:t>差分レポートはブラウザで開ける自己完結のファイルです。</a:t>
              </a:r>
              <a:r>
                <a:rPr lang="zh-CN" sz="1800" b="1" dirty="0">
                  <a:solidFill>
                    <a:schemeClr val="dk1"/>
                  </a:solidFill>
                  <a:latin typeface="+mn-lt"/>
                  <a:ea typeface="+mn-ea"/>
                  <a:cs typeface="+mn-cs"/>
                </a:rPr>
                <a:t>変更しなかったモジュールも含めて全モジュールが入っている</a:t>
              </a:r>
              <a:r>
                <a:rPr lang="zh-CN" sz="1800" dirty="0">
                  <a:solidFill>
                    <a:schemeClr val="dk1"/>
                  </a:solidFill>
                  <a:latin typeface="+mn-lt"/>
                  <a:ea typeface="+mn-ea"/>
                  <a:cs typeface="+mn-cs"/>
                </a:rPr>
                <a:t>ので、改修後の記録としてそのまま保管できます。</a:t>
              </a:r>
            </a:p>
          </p:txBody>
        </p:sp>
      </p:grpSp>
      <p:grpSp>
        <p:nvGrpSpPr>
          <p:cNvPr id="56" name="Group 56"/>
          <p:cNvGrpSpPr/>
          <p:nvPr/>
        </p:nvGrpSpPr>
        <p:grpSpPr>
          <a:xfrm>
            <a:off x="374904" y="6518910"/>
            <a:ext cx="11442192" cy="234696"/>
            <a:chOff x="374904" y="6518910"/>
            <a:chExt cx="11442192" cy="234696"/>
          </a:xfrm>
        </p:grpSpPr>
        <p:sp>
          <p:nvSpPr>
            <p:cNvPr id="54" name="TextBox 54"/>
            <p:cNvSpPr txBox="1"/>
            <p:nvPr/>
          </p:nvSpPr>
          <p:spPr>
            <a:xfrm>
              <a:off x="374904" y="6518910"/>
              <a:ext cx="1312621" cy="234696"/>
            </a:xfrm>
            <a:prstGeom prst="rect">
              <a:avLst/>
            </a:prstGeom>
            <a:noFill/>
            <a:ln>
              <a:noFill/>
            </a:ln>
          </p:spPr>
          <p:txBody>
            <a:bodyPr wrap="none" lIns="0" tIns="0" rIns="0" bIns="0" anchor="t" anchorCtr="0">
              <a:spAutoFit/>
            </a:bodyPr>
            <a:lstStyle/>
            <a:p>
              <a:pPr algn="l"/>
              <a:r>
                <a:rPr lang="zh-CN" sz="1200" dirty="0">
                  <a:solidFill>
                    <a:srgbClr val="5B6B7C"/>
                  </a:solidFill>
                  <a:latin typeface="+mn-lt"/>
                  <a:ea typeface="+mn-ea"/>
                  <a:cs typeface="+mn-cs"/>
                </a:rPr>
                <a:t>第二部 操作マニュアル</a:t>
              </a:r>
            </a:p>
          </p:txBody>
        </p:sp>
        <p:sp>
          <p:nvSpPr>
            <p:cNvPr id="55" name="TextBox 55"/>
            <p:cNvSpPr txBox="1"/>
            <p:nvPr/>
          </p:nvSpPr>
          <p:spPr>
            <a:xfrm>
              <a:off x="11627206" y="6518910"/>
              <a:ext cx="189890" cy="234696"/>
            </a:xfrm>
            <a:prstGeom prst="rect">
              <a:avLst/>
            </a:prstGeom>
            <a:noFill/>
            <a:ln>
              <a:noFill/>
            </a:ln>
          </p:spPr>
          <p:txBody>
            <a:bodyPr wrap="none" lIns="0" tIns="0" rIns="0" bIns="0" anchor="t" anchorCtr="0">
              <a:spAutoFit/>
            </a:bodyPr>
            <a:lstStyle/>
            <a:p>
              <a:pPr algn="r"/>
              <a:r>
                <a:rPr lang="en-US" sz="1200" dirty="0">
                  <a:solidFill>
                    <a:srgbClr val="5B6B7C"/>
                  </a:solidFill>
                  <a:latin typeface="+mn-lt"/>
                  <a:ea typeface="+mn-ea"/>
                  <a:cs typeface="+mn-cs"/>
                </a:rPr>
                <a:t>22</a:t>
              </a:r>
            </a:p>
          </p:txBody>
        </p:sp>
      </p:grpSp>
    </p:spTree>
  </p:cSld>
  <p:clrMapOvr>
    <a:masterClrMapping/>
  </p:clrMapOvr>
  <p:transition xmlns:p14="http://schemas.microsoft.com/office/powerpoint/2010/main" p14:dur="400">
    <p:fade/>
  </p:transition>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Group 6"/>
          <p:cNvGrpSpPr/>
          <p:nvPr/>
        </p:nvGrpSpPr>
        <p:grpSpPr>
          <a:xfrm>
            <a:off x="381000" y="476250"/>
            <a:ext cx="11430000" cy="657225"/>
            <a:chOff x="381000" y="476250"/>
            <a:chExt cx="11430000" cy="657225"/>
          </a:xfrm>
        </p:grpSpPr>
        <p:sp>
          <p:nvSpPr>
            <p:cNvPr id="2" name="Rectangle 2"/>
            <p:cNvSpPr/>
            <p:nvPr/>
          </p:nvSpPr>
          <p:spPr>
            <a:xfrm>
              <a:off x="381000" y="476250"/>
              <a:ext cx="1447800" cy="342900"/>
            </a:xfrm>
            <a:prstGeom prst="roundRect">
              <a:avLst>
                <a:gd name="adj" fmla="val 50000"/>
              </a:avLst>
            </a:prstGeom>
            <a:solidFill>
              <a:schemeClr val="accent3"/>
            </a:solidFill>
            <a:ln>
              <a:noFill/>
            </a:ln>
          </p:spPr>
        </p:sp>
        <p:sp>
          <p:nvSpPr>
            <p:cNvPr id="3" name="TextBox 3"/>
            <p:cNvSpPr txBox="1"/>
            <p:nvPr/>
          </p:nvSpPr>
          <p:spPr>
            <a:xfrm>
              <a:off x="687771" y="568642"/>
              <a:ext cx="834259"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mn-lt"/>
                  <a:ea typeface="+mn-ea"/>
                  <a:cs typeface="+mn-cs"/>
                </a:rPr>
                <a:t>聞くだけのとき</a:t>
              </a:r>
            </a:p>
          </p:txBody>
        </p:sp>
        <p:sp>
          <p:nvSpPr>
            <p:cNvPr id="4" name="TextBox 4"/>
            <p:cNvSpPr txBox="1"/>
            <p:nvPr/>
          </p:nvSpPr>
          <p:spPr>
            <a:xfrm>
              <a:off x="1984248" y="479108"/>
              <a:ext cx="6399160" cy="616077"/>
            </a:xfrm>
            <a:prstGeom prst="rect">
              <a:avLst/>
            </a:prstGeom>
            <a:noFill/>
            <a:ln>
              <a:noFill/>
            </a:ln>
          </p:spPr>
          <p:txBody>
            <a:bodyPr wrap="none" lIns="0" tIns="0" rIns="0" bIns="0" anchor="t" anchorCtr="0">
              <a:spAutoFit/>
            </a:bodyPr>
            <a:lstStyle/>
            <a:p>
              <a:pPr algn="l"/>
              <a:r>
                <a:rPr lang="zh-CN" sz="3150" b="1" dirty="0">
                  <a:solidFill>
                    <a:schemeClr val="dk1"/>
                  </a:solidFill>
                  <a:latin typeface="+mn-lt"/>
                  <a:ea typeface="+mn-ea"/>
                  <a:cs typeface="+mn-cs"/>
                </a:rPr>
                <a:t>改修せずに、手順 2 で終わることもできます</a:t>
              </a:r>
            </a:p>
          </p:txBody>
        </p:sp>
        <p:sp>
          <p:nvSpPr>
            <p:cNvPr id="5" name="Line 5"/>
            <p:cNvSpPr/>
            <p:nvPr/>
          </p:nvSpPr>
          <p:spPr>
            <a:xfrm>
              <a:off x="381000" y="1123950"/>
              <a:ext cx="11430000" cy="9525"/>
            </a:xfrm>
            <a:custGeom>
              <a:avLst/>
              <a:gdLst/>
              <a:ahLst/>
              <a:cxnLst/>
              <a:rect l="l" t="t" r="r" b="b"/>
              <a:pathLst>
                <a:path w="11430000" h="9525">
                  <a:moveTo>
                    <a:pt x="0" y="0"/>
                  </a:moveTo>
                  <a:lnTo>
                    <a:pt x="11430000" y="0"/>
                  </a:lnTo>
                </a:path>
              </a:pathLst>
            </a:custGeom>
            <a:noFill/>
            <a:ln w="9525">
              <a:solidFill>
                <a:srgbClr val="E2E8F0"/>
              </a:solidFill>
            </a:ln>
          </p:spPr>
        </p:sp>
      </p:grpSp>
      <p:grpSp>
        <p:nvGrpSpPr>
          <p:cNvPr id="11" name="Group 11"/>
          <p:cNvGrpSpPr/>
          <p:nvPr/>
        </p:nvGrpSpPr>
        <p:grpSpPr>
          <a:xfrm>
            <a:off x="342900" y="1419225"/>
            <a:ext cx="3733800" cy="2390775"/>
            <a:chOff x="342900" y="1419225"/>
            <a:chExt cx="3733800" cy="2390775"/>
          </a:xfrm>
        </p:grpSpPr>
        <p:sp>
          <p:nvSpPr>
            <p:cNvPr id="7" name="TextBox 7"/>
            <p:cNvSpPr txBox="1"/>
            <p:nvPr/>
          </p:nvSpPr>
          <p:spPr>
            <a:xfrm>
              <a:off x="373380" y="1419225"/>
              <a:ext cx="2770784" cy="293370"/>
            </a:xfrm>
            <a:prstGeom prst="rect">
              <a:avLst/>
            </a:prstGeom>
            <a:noFill/>
            <a:ln>
              <a:noFill/>
            </a:ln>
          </p:spPr>
          <p:txBody>
            <a:bodyPr wrap="none" lIns="0" tIns="0" rIns="0" bIns="0" anchor="t" anchorCtr="0">
              <a:spAutoFit/>
            </a:bodyPr>
            <a:lstStyle/>
            <a:p>
              <a:pPr algn="l"/>
              <a:r>
                <a:rPr lang="zh-CN" sz="1500" b="1" dirty="0">
                  <a:solidFill>
                    <a:srgbClr val="5B6B7C"/>
                  </a:solidFill>
                  <a:latin typeface="+mn-lt"/>
                  <a:ea typeface="+mn-ea"/>
                  <a:cs typeface="+mn-cs"/>
                </a:rPr>
                <a:t>1. 「マクロについてAIに聞く」を選ぶ</a:t>
              </a:r>
            </a:p>
          </p:txBody>
        </p:sp>
        <p:sp>
          <p:nvSpPr>
            <p:cNvPr id="8" name="Rectangle 8"/>
            <p:cNvSpPr/>
            <p:nvPr/>
          </p:nvSpPr>
          <p:spPr>
            <a:xfrm>
              <a:off x="342900" y="1676400"/>
              <a:ext cx="3733800" cy="2133600"/>
            </a:xfrm>
            <a:prstGeom prst="roundRect">
              <a:avLst>
                <a:gd name="adj" fmla="val 6250"/>
              </a:avLst>
            </a:prstGeom>
            <a:solidFill>
              <a:schemeClr val="accent6"/>
            </a:solidFill>
            <a:ln>
              <a:noFill/>
            </a:ln>
          </p:spPr>
        </p:sp>
        <p:pic>
          <p:nvPicPr>
            <p:cNvPr id="9" name="Image 9"/>
            <p:cNvPicPr>
              <a:picLocks noChangeAspect="1"/>
            </p:cNvPicPr>
            <p:nvPr/>
          </p:nvPicPr>
          <p:blipFill>
            <a:blip r:embed="rId2"/>
            <a:stretch>
              <a:fillRect/>
            </a:stretch>
          </p:blipFill>
          <p:spPr>
            <a:xfrm>
              <a:off x="381000" y="1714500"/>
              <a:ext cx="3657600" cy="2057400"/>
            </a:xfrm>
            <a:prstGeom prst="roundRect">
              <a:avLst>
                <a:gd name="adj" fmla="val 4629"/>
              </a:avLst>
            </a:prstGeom>
          </p:spPr>
        </p:pic>
        <p:sp>
          <p:nvSpPr>
            <p:cNvPr id="10" name="Rectangle 10"/>
            <p:cNvSpPr/>
            <p:nvPr/>
          </p:nvSpPr>
          <p:spPr>
            <a:xfrm>
              <a:off x="381000" y="1714500"/>
              <a:ext cx="3657600" cy="2057400"/>
            </a:xfrm>
            <a:prstGeom prst="roundRect">
              <a:avLst>
                <a:gd name="adj" fmla="val 4630"/>
              </a:avLst>
            </a:prstGeom>
            <a:noFill/>
            <a:ln w="9525">
              <a:solidFill>
                <a:srgbClr val="E2E8F0"/>
              </a:solidFill>
            </a:ln>
          </p:spPr>
        </p:sp>
      </p:grpSp>
      <p:grpSp>
        <p:nvGrpSpPr>
          <p:cNvPr id="16" name="Group 16"/>
          <p:cNvGrpSpPr/>
          <p:nvPr/>
        </p:nvGrpSpPr>
        <p:grpSpPr>
          <a:xfrm>
            <a:off x="4229100" y="1419225"/>
            <a:ext cx="3733800" cy="2390775"/>
            <a:chOff x="4229100" y="1419225"/>
            <a:chExt cx="3733800" cy="2390775"/>
          </a:xfrm>
        </p:grpSpPr>
        <p:sp>
          <p:nvSpPr>
            <p:cNvPr id="12" name="TextBox 12"/>
            <p:cNvSpPr txBox="1"/>
            <p:nvPr/>
          </p:nvSpPr>
          <p:spPr>
            <a:xfrm>
              <a:off x="4259580" y="1419225"/>
              <a:ext cx="3095625" cy="293370"/>
            </a:xfrm>
            <a:prstGeom prst="rect">
              <a:avLst/>
            </a:prstGeom>
            <a:noFill/>
            <a:ln>
              <a:noFill/>
            </a:ln>
          </p:spPr>
          <p:txBody>
            <a:bodyPr wrap="none" lIns="0" tIns="0" rIns="0" bIns="0" anchor="t" anchorCtr="0">
              <a:spAutoFit/>
            </a:bodyPr>
            <a:lstStyle/>
            <a:p>
              <a:pPr algn="l"/>
              <a:r>
                <a:rPr lang="zh-CN" sz="1500" b="1" dirty="0">
                  <a:solidFill>
                    <a:srgbClr val="5B6B7C"/>
                  </a:solidFill>
                  <a:latin typeface="+mn-lt"/>
                  <a:ea typeface="+mn-ea"/>
                  <a:cs typeface="+mn-cs"/>
                </a:rPr>
                <a:t>2. 「AIに何を聞くか選びます」に変わる</a:t>
              </a:r>
            </a:p>
          </p:txBody>
        </p:sp>
        <p:sp>
          <p:nvSpPr>
            <p:cNvPr id="13" name="Rectangle 13"/>
            <p:cNvSpPr/>
            <p:nvPr/>
          </p:nvSpPr>
          <p:spPr>
            <a:xfrm>
              <a:off x="4229100" y="1676400"/>
              <a:ext cx="3733800" cy="2133600"/>
            </a:xfrm>
            <a:prstGeom prst="roundRect">
              <a:avLst>
                <a:gd name="adj" fmla="val 6250"/>
              </a:avLst>
            </a:prstGeom>
            <a:solidFill>
              <a:schemeClr val="accent6"/>
            </a:solidFill>
            <a:ln>
              <a:noFill/>
            </a:ln>
          </p:spPr>
        </p:sp>
        <p:pic>
          <p:nvPicPr>
            <p:cNvPr id="14" name="Image 14"/>
            <p:cNvPicPr>
              <a:picLocks noChangeAspect="1"/>
            </p:cNvPicPr>
            <p:nvPr/>
          </p:nvPicPr>
          <p:blipFill>
            <a:blip r:embed="rId3"/>
            <a:stretch>
              <a:fillRect/>
            </a:stretch>
          </p:blipFill>
          <p:spPr>
            <a:xfrm>
              <a:off x="4267200" y="1714500"/>
              <a:ext cx="3657600" cy="2057400"/>
            </a:xfrm>
            <a:prstGeom prst="roundRect">
              <a:avLst>
                <a:gd name="adj" fmla="val 4629"/>
              </a:avLst>
            </a:prstGeom>
          </p:spPr>
        </p:pic>
        <p:sp>
          <p:nvSpPr>
            <p:cNvPr id="15" name="Rectangle 15"/>
            <p:cNvSpPr/>
            <p:nvPr/>
          </p:nvSpPr>
          <p:spPr>
            <a:xfrm>
              <a:off x="4267200" y="1714500"/>
              <a:ext cx="3657600" cy="2057400"/>
            </a:xfrm>
            <a:prstGeom prst="roundRect">
              <a:avLst>
                <a:gd name="adj" fmla="val 4630"/>
              </a:avLst>
            </a:prstGeom>
            <a:noFill/>
            <a:ln w="9525">
              <a:solidFill>
                <a:srgbClr val="E2E8F0"/>
              </a:solidFill>
            </a:ln>
          </p:spPr>
        </p:sp>
      </p:grpSp>
      <p:grpSp>
        <p:nvGrpSpPr>
          <p:cNvPr id="21" name="Group 21"/>
          <p:cNvGrpSpPr/>
          <p:nvPr/>
        </p:nvGrpSpPr>
        <p:grpSpPr>
          <a:xfrm>
            <a:off x="342900" y="3952875"/>
            <a:ext cx="3733800" cy="2390775"/>
            <a:chOff x="342900" y="3952875"/>
            <a:chExt cx="3733800" cy="2390775"/>
          </a:xfrm>
        </p:grpSpPr>
        <p:sp>
          <p:nvSpPr>
            <p:cNvPr id="17" name="TextBox 17"/>
            <p:cNvSpPr txBox="1"/>
            <p:nvPr/>
          </p:nvSpPr>
          <p:spPr>
            <a:xfrm>
              <a:off x="373380" y="3952875"/>
              <a:ext cx="2707977" cy="293370"/>
            </a:xfrm>
            <a:prstGeom prst="rect">
              <a:avLst/>
            </a:prstGeom>
            <a:noFill/>
            <a:ln>
              <a:noFill/>
            </a:ln>
          </p:spPr>
          <p:txBody>
            <a:bodyPr wrap="none" lIns="0" tIns="0" rIns="0" bIns="0" anchor="t" anchorCtr="0">
              <a:spAutoFit/>
            </a:bodyPr>
            <a:lstStyle/>
            <a:p>
              <a:pPr algn="l"/>
              <a:r>
                <a:rPr lang="zh-CN" sz="1500" b="1" dirty="0">
                  <a:solidFill>
                    <a:srgbClr val="5B6B7C"/>
                  </a:solidFill>
                  <a:latin typeface="+mn-lt"/>
                  <a:ea typeface="+mn-ea"/>
                  <a:cs typeface="+mn-cs"/>
                </a:rPr>
                <a:t>3. 依頼文の作られ方は改修と同じ</a:t>
              </a:r>
            </a:p>
          </p:txBody>
        </p:sp>
        <p:sp>
          <p:nvSpPr>
            <p:cNvPr id="18" name="Rectangle 18"/>
            <p:cNvSpPr/>
            <p:nvPr/>
          </p:nvSpPr>
          <p:spPr>
            <a:xfrm>
              <a:off x="342900" y="4210050"/>
              <a:ext cx="3733800" cy="2133600"/>
            </a:xfrm>
            <a:prstGeom prst="roundRect">
              <a:avLst>
                <a:gd name="adj" fmla="val 6250"/>
              </a:avLst>
            </a:prstGeom>
            <a:solidFill>
              <a:schemeClr val="accent6"/>
            </a:solidFill>
            <a:ln>
              <a:noFill/>
            </a:ln>
          </p:spPr>
        </p:sp>
        <p:pic>
          <p:nvPicPr>
            <p:cNvPr id="19" name="Image 19"/>
            <p:cNvPicPr>
              <a:picLocks noChangeAspect="1"/>
            </p:cNvPicPr>
            <p:nvPr/>
          </p:nvPicPr>
          <p:blipFill>
            <a:blip r:embed="rId4"/>
            <a:stretch>
              <a:fillRect/>
            </a:stretch>
          </p:blipFill>
          <p:spPr>
            <a:xfrm>
              <a:off x="381000" y="4248150"/>
              <a:ext cx="3657600" cy="2057400"/>
            </a:xfrm>
            <a:prstGeom prst="roundRect">
              <a:avLst>
                <a:gd name="adj" fmla="val 4629"/>
              </a:avLst>
            </a:prstGeom>
          </p:spPr>
        </p:pic>
        <p:sp>
          <p:nvSpPr>
            <p:cNvPr id="20" name="Rectangle 20"/>
            <p:cNvSpPr/>
            <p:nvPr/>
          </p:nvSpPr>
          <p:spPr>
            <a:xfrm>
              <a:off x="381000" y="4248150"/>
              <a:ext cx="3657600" cy="2057400"/>
            </a:xfrm>
            <a:prstGeom prst="roundRect">
              <a:avLst>
                <a:gd name="adj" fmla="val 4630"/>
              </a:avLst>
            </a:prstGeom>
            <a:noFill/>
            <a:ln w="9525">
              <a:solidFill>
                <a:srgbClr val="E2E8F0"/>
              </a:solidFill>
            </a:ln>
          </p:spPr>
        </p:sp>
      </p:grpSp>
      <p:grpSp>
        <p:nvGrpSpPr>
          <p:cNvPr id="27" name="Group 27"/>
          <p:cNvGrpSpPr/>
          <p:nvPr/>
        </p:nvGrpSpPr>
        <p:grpSpPr>
          <a:xfrm>
            <a:off x="4229100" y="3952875"/>
            <a:ext cx="3733800" cy="2390775"/>
            <a:chOff x="4229100" y="3952875"/>
            <a:chExt cx="3733800" cy="2390775"/>
          </a:xfrm>
        </p:grpSpPr>
        <p:sp>
          <p:nvSpPr>
            <p:cNvPr id="22" name="TextBox 22"/>
            <p:cNvSpPr txBox="1"/>
            <p:nvPr/>
          </p:nvSpPr>
          <p:spPr>
            <a:xfrm>
              <a:off x="4259580" y="3952875"/>
              <a:ext cx="2707977" cy="293370"/>
            </a:xfrm>
            <a:prstGeom prst="rect">
              <a:avLst/>
            </a:prstGeom>
            <a:noFill/>
            <a:ln>
              <a:noFill/>
            </a:ln>
          </p:spPr>
          <p:txBody>
            <a:bodyPr wrap="none" lIns="0" tIns="0" rIns="0" bIns="0" anchor="t" anchorCtr="0">
              <a:spAutoFit/>
            </a:bodyPr>
            <a:lstStyle/>
            <a:p>
              <a:pPr algn="l"/>
              <a:r>
                <a:rPr lang="zh-CN" sz="1500" b="1" dirty="0">
                  <a:solidFill>
                    <a:srgbClr val="5B6B7C"/>
                  </a:solidFill>
                  <a:latin typeface="+mn-lt"/>
                  <a:ea typeface="+mn-ea"/>
                  <a:cs typeface="+mn-cs"/>
                </a:rPr>
                <a:t>4. ここで終わり。右下が［完了］</a:t>
              </a:r>
            </a:p>
          </p:txBody>
        </p:sp>
        <p:sp>
          <p:nvSpPr>
            <p:cNvPr id="23" name="Rectangle 23"/>
            <p:cNvSpPr/>
            <p:nvPr/>
          </p:nvSpPr>
          <p:spPr>
            <a:xfrm>
              <a:off x="4229100" y="4210050"/>
              <a:ext cx="3733800" cy="2133600"/>
            </a:xfrm>
            <a:prstGeom prst="roundRect">
              <a:avLst>
                <a:gd name="adj" fmla="val 6250"/>
              </a:avLst>
            </a:prstGeom>
            <a:solidFill>
              <a:schemeClr val="accent6"/>
            </a:solidFill>
            <a:ln>
              <a:noFill/>
            </a:ln>
          </p:spPr>
        </p:sp>
        <p:pic>
          <p:nvPicPr>
            <p:cNvPr id="24" name="Image 24"/>
            <p:cNvPicPr>
              <a:picLocks noChangeAspect="1"/>
            </p:cNvPicPr>
            <p:nvPr/>
          </p:nvPicPr>
          <p:blipFill>
            <a:blip r:embed="rId5"/>
            <a:stretch>
              <a:fillRect/>
            </a:stretch>
          </p:blipFill>
          <p:spPr>
            <a:xfrm>
              <a:off x="4267200" y="4248150"/>
              <a:ext cx="3657600" cy="2057400"/>
            </a:xfrm>
            <a:prstGeom prst="roundRect">
              <a:avLst>
                <a:gd name="adj" fmla="val 4629"/>
              </a:avLst>
            </a:prstGeom>
          </p:spPr>
        </p:pic>
        <p:sp>
          <p:nvSpPr>
            <p:cNvPr id="25" name="Rectangle 25"/>
            <p:cNvSpPr/>
            <p:nvPr/>
          </p:nvSpPr>
          <p:spPr>
            <a:xfrm>
              <a:off x="4267200" y="4248150"/>
              <a:ext cx="3657600" cy="2057400"/>
            </a:xfrm>
            <a:prstGeom prst="roundRect">
              <a:avLst>
                <a:gd name="adj" fmla="val 4630"/>
              </a:avLst>
            </a:prstGeom>
            <a:noFill/>
            <a:ln w="9525">
              <a:solidFill>
                <a:srgbClr val="E2E8F0"/>
              </a:solidFill>
            </a:ln>
          </p:spPr>
        </p:sp>
        <p:sp>
          <p:nvSpPr>
            <p:cNvPr id="26" name="Rectangle 26"/>
            <p:cNvSpPr/>
            <p:nvPr/>
          </p:nvSpPr>
          <p:spPr>
            <a:xfrm>
              <a:off x="7143750" y="5715000"/>
              <a:ext cx="666750" cy="361950"/>
            </a:xfrm>
            <a:prstGeom prst="roundRect">
              <a:avLst>
                <a:gd name="adj" fmla="val 26316"/>
              </a:avLst>
            </a:prstGeom>
            <a:noFill/>
            <a:ln w="28575">
              <a:solidFill>
                <a:schemeClr val="accent2"/>
              </a:solidFill>
            </a:ln>
          </p:spPr>
        </p:sp>
      </p:grpSp>
      <p:grpSp>
        <p:nvGrpSpPr>
          <p:cNvPr id="32" name="Group 32"/>
          <p:cNvGrpSpPr/>
          <p:nvPr/>
        </p:nvGrpSpPr>
        <p:grpSpPr>
          <a:xfrm>
            <a:off x="8229600" y="1371600"/>
            <a:ext cx="3581400" cy="2438400"/>
            <a:chOff x="8229600" y="1371600"/>
            <a:chExt cx="3581400" cy="2438400"/>
          </a:xfrm>
        </p:grpSpPr>
        <p:sp>
          <p:nvSpPr>
            <p:cNvPr id="28" name="Rectangle 28"/>
            <p:cNvSpPr/>
            <p:nvPr/>
          </p:nvSpPr>
          <p:spPr>
            <a:xfrm>
              <a:off x="8229600" y="1371600"/>
              <a:ext cx="3581400" cy="2438400"/>
            </a:xfrm>
            <a:prstGeom prst="roundRect">
              <a:avLst>
                <a:gd name="adj" fmla="val 6250"/>
              </a:avLst>
            </a:prstGeom>
            <a:solidFill>
              <a:schemeClr val="accent6"/>
            </a:solidFill>
            <a:ln>
              <a:noFill/>
            </a:ln>
          </p:spPr>
        </p:sp>
        <p:sp>
          <p:nvSpPr>
            <p:cNvPr id="29" name="Freeform 29"/>
            <p:cNvSpPr/>
            <p:nvPr/>
          </p:nvSpPr>
          <p:spPr>
            <a:xfrm>
              <a:off x="8556625" y="1698625"/>
              <a:ext cx="222299" cy="223307"/>
            </a:xfrm>
            <a:custGeom>
              <a:avLst/>
              <a:gdLst/>
              <a:ahLst/>
              <a:cxnLst/>
              <a:rect l="l" t="t" r="r" b="b"/>
              <a:pathLst>
                <a:path w="222299" h="223307">
                  <a:moveTo>
                    <a:pt x="111125" y="0"/>
                  </a:moveTo>
                  <a:cubicBezTo>
                    <a:pt x="172500" y="0"/>
                    <a:pt x="222251" y="49751"/>
                    <a:pt x="222251" y="111125"/>
                  </a:cubicBezTo>
                  <a:cubicBezTo>
                    <a:pt x="222299" y="171830"/>
                    <a:pt x="173623" y="221340"/>
                    <a:pt x="112926" y="222324"/>
                  </a:cubicBezTo>
                  <a:cubicBezTo>
                    <a:pt x="52229" y="223307"/>
                    <a:pt x="1974" y="175401"/>
                    <a:pt x="56" y="114726"/>
                  </a:cubicBezTo>
                  <a:lnTo>
                    <a:pt x="0" y="111125"/>
                  </a:lnTo>
                  <a:lnTo>
                    <a:pt x="44" y="108014"/>
                  </a:lnTo>
                  <a:cubicBezTo>
                    <a:pt x="1689" y="48084"/>
                    <a:pt x="50784" y="0"/>
                    <a:pt x="111125" y="0"/>
                  </a:cubicBezTo>
                  <a:close/>
                  <a:moveTo>
                    <a:pt x="111125" y="144463"/>
                  </a:moveTo>
                  <a:cubicBezTo>
                    <a:pt x="105492" y="144464"/>
                    <a:pt x="100750" y="148680"/>
                    <a:pt x="100091" y="154275"/>
                  </a:cubicBezTo>
                  <a:lnTo>
                    <a:pt x="100013" y="155575"/>
                  </a:lnTo>
                  <a:lnTo>
                    <a:pt x="100091" y="156987"/>
                  </a:lnTo>
                  <a:cubicBezTo>
                    <a:pt x="100756" y="162577"/>
                    <a:pt x="105496" y="166787"/>
                    <a:pt x="111125" y="166787"/>
                  </a:cubicBezTo>
                  <a:cubicBezTo>
                    <a:pt x="116755" y="166787"/>
                    <a:pt x="121495" y="162577"/>
                    <a:pt x="122160" y="156987"/>
                  </a:cubicBezTo>
                  <a:lnTo>
                    <a:pt x="122238" y="155687"/>
                  </a:lnTo>
                  <a:lnTo>
                    <a:pt x="122160" y="154275"/>
                  </a:lnTo>
                  <a:cubicBezTo>
                    <a:pt x="121501" y="148680"/>
                    <a:pt x="116759" y="144464"/>
                    <a:pt x="111125" y="144463"/>
                  </a:cubicBezTo>
                  <a:close/>
                  <a:moveTo>
                    <a:pt x="126327" y="70309"/>
                  </a:moveTo>
                  <a:cubicBezTo>
                    <a:pt x="112631" y="63307"/>
                    <a:pt x="95916" y="66658"/>
                    <a:pt x="85978" y="78399"/>
                  </a:cubicBezTo>
                  <a:cubicBezTo>
                    <a:pt x="82157" y="82874"/>
                    <a:pt x="82488" y="89553"/>
                    <a:pt x="86732" y="93629"/>
                  </a:cubicBezTo>
                  <a:cubicBezTo>
                    <a:pt x="90976" y="97705"/>
                    <a:pt x="97662" y="97766"/>
                    <a:pt x="101980" y="93768"/>
                  </a:cubicBezTo>
                  <a:lnTo>
                    <a:pt x="103880" y="91767"/>
                  </a:lnTo>
                  <a:cubicBezTo>
                    <a:pt x="107238" y="88685"/>
                    <a:pt x="112160" y="88020"/>
                    <a:pt x="116215" y="90100"/>
                  </a:cubicBezTo>
                  <a:cubicBezTo>
                    <a:pt x="120598" y="92319"/>
                    <a:pt x="123005" y="97152"/>
                    <a:pt x="122133" y="101987"/>
                  </a:cubicBezTo>
                  <a:cubicBezTo>
                    <a:pt x="121262" y="106822"/>
                    <a:pt x="117319" y="110511"/>
                    <a:pt x="112437" y="111059"/>
                  </a:cubicBezTo>
                  <a:lnTo>
                    <a:pt x="109858" y="111192"/>
                  </a:lnTo>
                  <a:cubicBezTo>
                    <a:pt x="103990" y="111838"/>
                    <a:pt x="99650" y="116960"/>
                    <a:pt x="99978" y="122856"/>
                  </a:cubicBezTo>
                  <a:cubicBezTo>
                    <a:pt x="100307" y="128751"/>
                    <a:pt x="105188" y="133360"/>
                    <a:pt x="111092" y="133350"/>
                  </a:cubicBezTo>
                  <a:cubicBezTo>
                    <a:pt x="126525" y="133397"/>
                    <a:pt x="139972" y="122845"/>
                    <a:pt x="143597" y="107844"/>
                  </a:cubicBezTo>
                  <a:cubicBezTo>
                    <a:pt x="147222" y="92843"/>
                    <a:pt x="140078" y="77315"/>
                    <a:pt x="126327" y="70309"/>
                  </a:cubicBezTo>
                  <a:close/>
                </a:path>
              </a:pathLst>
            </a:custGeom>
            <a:solidFill>
              <a:schemeClr val="accent1"/>
            </a:solidFill>
            <a:ln>
              <a:noFill/>
            </a:ln>
          </p:spPr>
        </p:sp>
        <p:sp>
          <p:nvSpPr>
            <p:cNvPr id="30" name="TextBox 30"/>
            <p:cNvSpPr txBox="1"/>
            <p:nvPr/>
          </p:nvSpPr>
          <p:spPr>
            <a:xfrm>
              <a:off x="8525256" y="2091690"/>
              <a:ext cx="1621208"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聞くだけの終わり方</a:t>
              </a:r>
            </a:p>
          </p:txBody>
        </p:sp>
        <p:sp>
          <p:nvSpPr>
            <p:cNvPr id="31" name="TextBox 31"/>
            <p:cNvSpPr txBox="1"/>
            <p:nvPr/>
          </p:nvSpPr>
          <p:spPr>
            <a:xfrm>
              <a:off x="8525256" y="2529840"/>
              <a:ext cx="2132838" cy="999744"/>
            </a:xfrm>
            <a:prstGeom prst="rect">
              <a:avLst/>
            </a:prstGeom>
            <a:noFill/>
            <a:ln>
              <a:noFill/>
            </a:ln>
          </p:spPr>
          <p:txBody>
            <a:bodyPr wrap="square" lIns="0" tIns="0" rIns="0" bIns="0" anchor="t" anchorCtr="0"/>
            <a:lstStyle/>
            <a:p>
              <a:pPr algn="l">
                <a:lnSpc>
                  <a:spcPts val="2550"/>
                </a:lnSpc>
              </a:pPr>
              <a:r>
                <a:rPr lang="zh-CN" sz="1800" dirty="0">
                  <a:solidFill>
                    <a:schemeClr val="dk1"/>
                  </a:solidFill>
                  <a:latin typeface="+mn-lt"/>
                  <a:ea typeface="+mn-ea"/>
                  <a:cs typeface="+mn-cs"/>
                </a:rPr>
                <a:t>「AIチャットへ質問します」で終わりです。右下が［完了］になります。</a:t>
              </a:r>
            </a:p>
          </p:txBody>
        </p:sp>
      </p:grpSp>
      <p:grpSp>
        <p:nvGrpSpPr>
          <p:cNvPr id="36" name="Group 36"/>
          <p:cNvGrpSpPr/>
          <p:nvPr/>
        </p:nvGrpSpPr>
        <p:grpSpPr>
          <a:xfrm>
            <a:off x="8229600" y="3943350"/>
            <a:ext cx="3581400" cy="1714500"/>
            <a:chOff x="8229600" y="3943350"/>
            <a:chExt cx="3581400" cy="1714500"/>
          </a:xfrm>
        </p:grpSpPr>
        <p:sp>
          <p:nvSpPr>
            <p:cNvPr id="33" name="Rectangle 33"/>
            <p:cNvSpPr/>
            <p:nvPr/>
          </p:nvSpPr>
          <p:spPr>
            <a:xfrm>
              <a:off x="8229600" y="3943350"/>
              <a:ext cx="3581400" cy="1714500"/>
            </a:xfrm>
            <a:prstGeom prst="roundRect">
              <a:avLst>
                <a:gd name="adj" fmla="val 8889"/>
              </a:avLst>
            </a:prstGeom>
            <a:solidFill>
              <a:schemeClr val="lt1"/>
            </a:solidFill>
            <a:ln w="19050">
              <a:solidFill>
                <a:srgbClr val="2E7D5B"/>
              </a:solidFill>
            </a:ln>
          </p:spPr>
        </p:sp>
        <p:sp>
          <p:nvSpPr>
            <p:cNvPr id="34" name="Freeform 34"/>
            <p:cNvSpPr/>
            <p:nvPr/>
          </p:nvSpPr>
          <p:spPr>
            <a:xfrm>
              <a:off x="8551593" y="4213225"/>
              <a:ext cx="232303" cy="222369"/>
            </a:xfrm>
            <a:custGeom>
              <a:avLst/>
              <a:gdLst/>
              <a:ahLst/>
              <a:cxnLst/>
              <a:rect l="l" t="t" r="r" b="b"/>
              <a:pathLst>
                <a:path w="232303" h="222369">
                  <a:moveTo>
                    <a:pt x="116135" y="0"/>
                  </a:moveTo>
                  <a:lnTo>
                    <a:pt x="117446" y="78"/>
                  </a:lnTo>
                  <a:lnTo>
                    <a:pt x="118102" y="167"/>
                  </a:lnTo>
                  <a:lnTo>
                    <a:pt x="118780" y="311"/>
                  </a:lnTo>
                  <a:lnTo>
                    <a:pt x="120013" y="689"/>
                  </a:lnTo>
                  <a:cubicBezTo>
                    <a:pt x="120865" y="1003"/>
                    <a:pt x="121675" y="1421"/>
                    <a:pt x="122424" y="1934"/>
                  </a:cubicBezTo>
                  <a:lnTo>
                    <a:pt x="123580" y="2845"/>
                  </a:lnTo>
                  <a:lnTo>
                    <a:pt x="126414" y="5267"/>
                  </a:lnTo>
                  <a:cubicBezTo>
                    <a:pt x="148831" y="23887"/>
                    <a:pt x="177163" y="33885"/>
                    <a:pt x="206302" y="33460"/>
                  </a:cubicBezTo>
                  <a:lnTo>
                    <a:pt x="210102" y="33349"/>
                  </a:lnTo>
                  <a:cubicBezTo>
                    <a:pt x="215216" y="33115"/>
                    <a:pt x="219827" y="36405"/>
                    <a:pt x="221270" y="41316"/>
                  </a:cubicBezTo>
                  <a:cubicBezTo>
                    <a:pt x="232303" y="78847"/>
                    <a:pt x="227645" y="119246"/>
                    <a:pt x="208359" y="153280"/>
                  </a:cubicBezTo>
                  <a:cubicBezTo>
                    <a:pt x="189074" y="187314"/>
                    <a:pt x="156811" y="212073"/>
                    <a:pt x="118946" y="221895"/>
                  </a:cubicBezTo>
                  <a:cubicBezTo>
                    <a:pt x="117117" y="222369"/>
                    <a:pt x="115197" y="222369"/>
                    <a:pt x="113368" y="221895"/>
                  </a:cubicBezTo>
                  <a:cubicBezTo>
                    <a:pt x="75501" y="212075"/>
                    <a:pt x="43235" y="187318"/>
                    <a:pt x="23948" y="153284"/>
                  </a:cubicBezTo>
                  <a:cubicBezTo>
                    <a:pt x="4660" y="119249"/>
                    <a:pt x="0" y="78848"/>
                    <a:pt x="11032" y="41316"/>
                  </a:cubicBezTo>
                  <a:cubicBezTo>
                    <a:pt x="12476" y="36405"/>
                    <a:pt x="17087" y="33115"/>
                    <a:pt x="22201" y="33349"/>
                  </a:cubicBezTo>
                  <a:cubicBezTo>
                    <a:pt x="52621" y="34739"/>
                    <a:pt x="82465" y="24725"/>
                    <a:pt x="105889" y="5267"/>
                  </a:cubicBezTo>
                  <a:lnTo>
                    <a:pt x="108812" y="2767"/>
                  </a:lnTo>
                  <a:lnTo>
                    <a:pt x="109878" y="1934"/>
                  </a:lnTo>
                  <a:cubicBezTo>
                    <a:pt x="110628" y="1421"/>
                    <a:pt x="111438" y="1003"/>
                    <a:pt x="112290" y="689"/>
                  </a:cubicBezTo>
                  <a:lnTo>
                    <a:pt x="113534" y="311"/>
                  </a:lnTo>
                  <a:cubicBezTo>
                    <a:pt x="113970" y="206"/>
                    <a:pt x="114412" y="128"/>
                    <a:pt x="114857" y="78"/>
                  </a:cubicBezTo>
                  <a:lnTo>
                    <a:pt x="116135" y="0"/>
                  </a:lnTo>
                  <a:close/>
                  <a:moveTo>
                    <a:pt x="157362" y="81044"/>
                  </a:moveTo>
                  <a:cubicBezTo>
                    <a:pt x="155278" y="78957"/>
                    <a:pt x="152450" y="77785"/>
                    <a:pt x="149500" y="77785"/>
                  </a:cubicBezTo>
                  <a:cubicBezTo>
                    <a:pt x="146551" y="77785"/>
                    <a:pt x="143722" y="78957"/>
                    <a:pt x="141638" y="81044"/>
                  </a:cubicBezTo>
                  <a:lnTo>
                    <a:pt x="105044" y="117626"/>
                  </a:lnTo>
                  <a:lnTo>
                    <a:pt x="90676" y="103269"/>
                  </a:lnTo>
                  <a:lnTo>
                    <a:pt x="89631" y="102346"/>
                  </a:lnTo>
                  <a:cubicBezTo>
                    <a:pt x="84996" y="98762"/>
                    <a:pt x="78374" y="99393"/>
                    <a:pt x="74499" y="103788"/>
                  </a:cubicBezTo>
                  <a:cubicBezTo>
                    <a:pt x="70624" y="108183"/>
                    <a:pt x="70827" y="114832"/>
                    <a:pt x="74963" y="118982"/>
                  </a:cubicBezTo>
                  <a:lnTo>
                    <a:pt x="97188" y="141207"/>
                  </a:lnTo>
                  <a:lnTo>
                    <a:pt x="98233" y="142129"/>
                  </a:lnTo>
                  <a:cubicBezTo>
                    <a:pt x="102656" y="145561"/>
                    <a:pt x="108942" y="145166"/>
                    <a:pt x="112901" y="141207"/>
                  </a:cubicBezTo>
                  <a:lnTo>
                    <a:pt x="157351" y="96757"/>
                  </a:lnTo>
                  <a:lnTo>
                    <a:pt x="158274" y="95712"/>
                  </a:lnTo>
                  <a:cubicBezTo>
                    <a:pt x="161705" y="91289"/>
                    <a:pt x="161310" y="85003"/>
                    <a:pt x="157351" y="81044"/>
                  </a:cubicBezTo>
                  <a:close/>
                </a:path>
              </a:pathLst>
            </a:custGeom>
            <a:solidFill>
              <a:srgbClr val="2E7D5B"/>
            </a:solidFill>
            <a:ln>
              <a:noFill/>
            </a:ln>
          </p:spPr>
        </p:sp>
        <p:sp>
          <p:nvSpPr>
            <p:cNvPr id="35" name="TextBox 35"/>
            <p:cNvSpPr txBox="1"/>
            <p:nvPr/>
          </p:nvSpPr>
          <p:spPr>
            <a:xfrm>
              <a:off x="8525256" y="4568190"/>
              <a:ext cx="1530477" cy="999744"/>
            </a:xfrm>
            <a:prstGeom prst="rect">
              <a:avLst/>
            </a:prstGeom>
            <a:noFill/>
            <a:ln>
              <a:noFill/>
            </a:ln>
          </p:spPr>
          <p:txBody>
            <a:bodyPr wrap="square" lIns="0" tIns="0" rIns="0" bIns="0" anchor="t" anchorCtr="0"/>
            <a:lstStyle/>
            <a:p>
              <a:pPr algn="l">
                <a:lnSpc>
                  <a:spcPts val="2550"/>
                </a:lnSpc>
              </a:pPr>
              <a:r>
                <a:rPr lang="en-US" sz="1800" b="1" dirty="0">
                  <a:solidFill>
                    <a:schemeClr val="dk1"/>
                  </a:solidFill>
                  <a:latin typeface="+mn-lt"/>
                  <a:ea typeface="+mn-ea"/>
                  <a:cs typeface="+mn-cs"/>
                </a:rPr>
                <a:t xml:space="preserve">できるのは 2 ファイル </a:t>
              </a:r>
              <a:r>
                <a:rPr lang="zh-CN" sz="1800" b="1" dirty="0">
                  <a:solidFill>
                    <a:schemeClr val="dk1"/>
                  </a:solidFill>
                  <a:latin typeface="+mn-lt"/>
                  <a:ea typeface="+mn-ea"/>
                  <a:cs typeface="+mn-cs"/>
                </a:rPr>
                <a:t>だけ。ブックは変更されません。</a:t>
              </a:r>
            </a:p>
          </p:txBody>
        </p:sp>
      </p:grpSp>
      <p:grpSp>
        <p:nvGrpSpPr>
          <p:cNvPr id="38" name="Group 38"/>
          <p:cNvGrpSpPr/>
          <p:nvPr/>
        </p:nvGrpSpPr>
        <p:grpSpPr>
          <a:xfrm>
            <a:off x="8221980" y="5876925"/>
            <a:ext cx="1624965" cy="560070"/>
            <a:chOff x="8221980" y="5876925"/>
            <a:chExt cx="1624965" cy="560070"/>
          </a:xfrm>
        </p:grpSpPr>
        <p:sp>
          <p:nvSpPr>
            <p:cNvPr id="37" name="TextBox 37"/>
            <p:cNvSpPr txBox="1"/>
            <p:nvPr/>
          </p:nvSpPr>
          <p:spPr>
            <a:xfrm>
              <a:off x="8221980" y="5876925"/>
              <a:ext cx="1624965" cy="560070"/>
            </a:xfrm>
            <a:prstGeom prst="rect">
              <a:avLst/>
            </a:prstGeom>
            <a:noFill/>
            <a:ln>
              <a:noFill/>
            </a:ln>
          </p:spPr>
          <p:txBody>
            <a:bodyPr wrap="square" lIns="0" tIns="0" rIns="0" bIns="0" anchor="t" anchorCtr="0"/>
            <a:lstStyle/>
            <a:p>
              <a:pPr algn="l">
                <a:lnSpc>
                  <a:spcPts val="2100"/>
                </a:lnSpc>
              </a:pPr>
              <a:r>
                <a:rPr lang="zh-CN" sz="1500" dirty="0">
                  <a:solidFill>
                    <a:srgbClr val="5B6B7C"/>
                  </a:solidFill>
                  <a:latin typeface="+mn-lt"/>
                  <a:ea typeface="+mn-ea"/>
                  <a:cs typeface="+mn-cs"/>
                </a:rPr>
                <a:t>質問のあるひな形なら、先に 1 問ずつ答えます。</a:t>
              </a:r>
            </a:p>
          </p:txBody>
        </p:sp>
      </p:grpSp>
      <p:sp>
        <p:nvSpPr>
          <p:cNvPr id="39" name="TextBox 39"/>
          <p:cNvSpPr txBox="1"/>
          <p:nvPr/>
        </p:nvSpPr>
        <p:spPr>
          <a:xfrm>
            <a:off x="11627206" y="6537960"/>
            <a:ext cx="189890" cy="234696"/>
          </a:xfrm>
          <a:prstGeom prst="rect">
            <a:avLst/>
          </a:prstGeom>
          <a:noFill/>
          <a:ln>
            <a:noFill/>
          </a:ln>
        </p:spPr>
        <p:txBody>
          <a:bodyPr wrap="none" lIns="0" tIns="0" rIns="0" bIns="0" anchor="t" anchorCtr="0">
            <a:spAutoFit/>
          </a:bodyPr>
          <a:lstStyle/>
          <a:p>
            <a:pPr algn="r"/>
            <a:r>
              <a:rPr lang="en-US" sz="1200" dirty="0">
                <a:solidFill>
                  <a:srgbClr val="5B6B7C"/>
                </a:solidFill>
                <a:latin typeface="+mn-lt"/>
                <a:ea typeface="+mn-ea"/>
                <a:cs typeface="+mn-cs"/>
              </a:rPr>
              <a:t>23</a:t>
            </a:r>
          </a:p>
        </p:txBody>
      </p:sp>
    </p:spTree>
  </p:cSld>
  <p:clrMapOvr>
    <a:masterClrMapping/>
  </p:clrMapOvr>
  <p:transition xmlns:p14="http://schemas.microsoft.com/office/powerpoint/2010/main" p14:dur="400">
    <p:fade/>
  </p:transition>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Group 6"/>
          <p:cNvGrpSpPr/>
          <p:nvPr/>
        </p:nvGrpSpPr>
        <p:grpSpPr>
          <a:xfrm>
            <a:off x="381000" y="476250"/>
            <a:ext cx="11430000" cy="657225"/>
            <a:chOff x="381000" y="476250"/>
            <a:chExt cx="11430000" cy="657225"/>
          </a:xfrm>
        </p:grpSpPr>
        <p:sp>
          <p:nvSpPr>
            <p:cNvPr id="2" name="Rectangle 2"/>
            <p:cNvSpPr/>
            <p:nvPr/>
          </p:nvSpPr>
          <p:spPr>
            <a:xfrm>
              <a:off x="381000" y="476250"/>
              <a:ext cx="2057400" cy="342900"/>
            </a:xfrm>
            <a:prstGeom prst="roundRect">
              <a:avLst>
                <a:gd name="adj" fmla="val 50000"/>
              </a:avLst>
            </a:prstGeom>
            <a:solidFill>
              <a:schemeClr val="accent1"/>
            </a:solidFill>
            <a:ln>
              <a:noFill/>
            </a:ln>
          </p:spPr>
        </p:sp>
        <p:sp>
          <p:nvSpPr>
            <p:cNvPr id="3" name="TextBox 3"/>
            <p:cNvSpPr txBox="1"/>
            <p:nvPr/>
          </p:nvSpPr>
          <p:spPr>
            <a:xfrm>
              <a:off x="835141" y="568642"/>
              <a:ext cx="1149118"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mn-lt"/>
                  <a:ea typeface="+mn-ea"/>
                  <a:cs typeface="+mn-cs"/>
                </a:rPr>
                <a:t>覚えておくとよいこと</a:t>
              </a:r>
            </a:p>
          </p:txBody>
        </p:sp>
        <p:sp>
          <p:nvSpPr>
            <p:cNvPr id="4" name="TextBox 4"/>
            <p:cNvSpPr txBox="1"/>
            <p:nvPr/>
          </p:nvSpPr>
          <p:spPr>
            <a:xfrm>
              <a:off x="2593848" y="479108"/>
              <a:ext cx="4106093" cy="616077"/>
            </a:xfrm>
            <a:prstGeom prst="rect">
              <a:avLst/>
            </a:prstGeom>
            <a:noFill/>
            <a:ln>
              <a:noFill/>
            </a:ln>
          </p:spPr>
          <p:txBody>
            <a:bodyPr wrap="none" lIns="0" tIns="0" rIns="0" bIns="0" anchor="t" anchorCtr="0">
              <a:spAutoFit/>
            </a:bodyPr>
            <a:lstStyle/>
            <a:p>
              <a:pPr algn="l"/>
              <a:r>
                <a:rPr lang="zh-CN" sz="3150" b="1" dirty="0">
                  <a:solidFill>
                    <a:schemeClr val="dk1"/>
                  </a:solidFill>
                  <a:latin typeface="+mn-lt"/>
                  <a:ea typeface="+mn-ea"/>
                  <a:cs typeface="+mn-cs"/>
                </a:rPr>
                <a:t>運用に入る前に、2 つだけ</a:t>
              </a:r>
            </a:p>
          </p:txBody>
        </p:sp>
        <p:sp>
          <p:nvSpPr>
            <p:cNvPr id="5" name="Line 5"/>
            <p:cNvSpPr/>
            <p:nvPr/>
          </p:nvSpPr>
          <p:spPr>
            <a:xfrm>
              <a:off x="381000" y="1123950"/>
              <a:ext cx="11430000" cy="9525"/>
            </a:xfrm>
            <a:custGeom>
              <a:avLst/>
              <a:gdLst/>
              <a:ahLst/>
              <a:cxnLst/>
              <a:rect l="l" t="t" r="r" b="b"/>
              <a:pathLst>
                <a:path w="11430000" h="9525">
                  <a:moveTo>
                    <a:pt x="0" y="0"/>
                  </a:moveTo>
                  <a:lnTo>
                    <a:pt x="11430000" y="0"/>
                  </a:lnTo>
                </a:path>
              </a:pathLst>
            </a:custGeom>
            <a:noFill/>
            <a:ln w="9525">
              <a:solidFill>
                <a:srgbClr val="E2E8F0"/>
              </a:solidFill>
            </a:ln>
          </p:spPr>
        </p:sp>
      </p:grpSp>
      <p:grpSp>
        <p:nvGrpSpPr>
          <p:cNvPr id="12" name="Group 12"/>
          <p:cNvGrpSpPr/>
          <p:nvPr/>
        </p:nvGrpSpPr>
        <p:grpSpPr>
          <a:xfrm>
            <a:off x="381000" y="1371600"/>
            <a:ext cx="5600700" cy="1905000"/>
            <a:chOff x="381000" y="1371600"/>
            <a:chExt cx="5600700" cy="1905000"/>
          </a:xfrm>
        </p:grpSpPr>
        <p:sp>
          <p:nvSpPr>
            <p:cNvPr id="7" name="Rectangle 7"/>
            <p:cNvSpPr/>
            <p:nvPr/>
          </p:nvSpPr>
          <p:spPr>
            <a:xfrm>
              <a:off x="381000" y="1371600"/>
              <a:ext cx="5600700" cy="1905000"/>
            </a:xfrm>
            <a:prstGeom prst="roundRect">
              <a:avLst>
                <a:gd name="adj" fmla="val 8000"/>
              </a:avLst>
            </a:prstGeom>
            <a:solidFill>
              <a:schemeClr val="accent6"/>
            </a:solidFill>
            <a:ln>
              <a:noFill/>
            </a:ln>
          </p:spPr>
        </p:sp>
        <p:sp>
          <p:nvSpPr>
            <p:cNvPr id="8" name="Rectangle 8"/>
            <p:cNvSpPr/>
            <p:nvPr/>
          </p:nvSpPr>
          <p:spPr>
            <a:xfrm>
              <a:off x="381000" y="1371600"/>
              <a:ext cx="5600700" cy="66675"/>
            </a:xfrm>
            <a:prstGeom prst="roundRect">
              <a:avLst>
                <a:gd name="adj" fmla="val 50000"/>
              </a:avLst>
            </a:prstGeom>
            <a:solidFill>
              <a:schemeClr val="accent2"/>
            </a:solidFill>
            <a:ln>
              <a:noFill/>
            </a:ln>
          </p:spPr>
        </p:sp>
        <p:sp>
          <p:nvSpPr>
            <p:cNvPr id="9" name="Freeform 9"/>
            <p:cNvSpPr/>
            <p:nvPr/>
          </p:nvSpPr>
          <p:spPr>
            <a:xfrm>
              <a:off x="701350" y="1730050"/>
              <a:ext cx="254651" cy="254651"/>
            </a:xfrm>
            <a:custGeom>
              <a:avLst/>
              <a:gdLst/>
              <a:ahLst/>
              <a:cxnLst/>
              <a:rect l="l" t="t" r="r" b="b"/>
              <a:pathLst>
                <a:path w="254651" h="254651">
                  <a:moveTo>
                    <a:pt x="158841" y="33040"/>
                  </a:moveTo>
                  <a:cubicBezTo>
                    <a:pt x="159489" y="35714"/>
                    <a:pt x="161375" y="37918"/>
                    <a:pt x="163916" y="38972"/>
                  </a:cubicBezTo>
                  <a:cubicBezTo>
                    <a:pt x="166458" y="40026"/>
                    <a:pt x="169350" y="39804"/>
                    <a:pt x="171700" y="38374"/>
                  </a:cubicBezTo>
                  <a:cubicBezTo>
                    <a:pt x="200739" y="20693"/>
                    <a:pt x="233970" y="53911"/>
                    <a:pt x="216289" y="82951"/>
                  </a:cubicBezTo>
                  <a:cubicBezTo>
                    <a:pt x="214859" y="85300"/>
                    <a:pt x="214635" y="88190"/>
                    <a:pt x="215686" y="90731"/>
                  </a:cubicBezTo>
                  <a:cubicBezTo>
                    <a:pt x="216738" y="93272"/>
                    <a:pt x="218939" y="95159"/>
                    <a:pt x="221611" y="95810"/>
                  </a:cubicBezTo>
                  <a:cubicBezTo>
                    <a:pt x="254651" y="103823"/>
                    <a:pt x="254651" y="150816"/>
                    <a:pt x="221611" y="158841"/>
                  </a:cubicBezTo>
                  <a:cubicBezTo>
                    <a:pt x="218937" y="159489"/>
                    <a:pt x="216733" y="161375"/>
                    <a:pt x="215679" y="163916"/>
                  </a:cubicBezTo>
                  <a:cubicBezTo>
                    <a:pt x="214624" y="166458"/>
                    <a:pt x="214847" y="169350"/>
                    <a:pt x="216277" y="171700"/>
                  </a:cubicBezTo>
                  <a:cubicBezTo>
                    <a:pt x="233958" y="200739"/>
                    <a:pt x="200739" y="233970"/>
                    <a:pt x="171700" y="216289"/>
                  </a:cubicBezTo>
                  <a:cubicBezTo>
                    <a:pt x="169351" y="214859"/>
                    <a:pt x="166461" y="214635"/>
                    <a:pt x="163920" y="215686"/>
                  </a:cubicBezTo>
                  <a:cubicBezTo>
                    <a:pt x="161379" y="216738"/>
                    <a:pt x="159492" y="218939"/>
                    <a:pt x="158841" y="221611"/>
                  </a:cubicBezTo>
                  <a:cubicBezTo>
                    <a:pt x="150828" y="254651"/>
                    <a:pt x="103834" y="254651"/>
                    <a:pt x="95810" y="221611"/>
                  </a:cubicBezTo>
                  <a:cubicBezTo>
                    <a:pt x="95162" y="218937"/>
                    <a:pt x="93276" y="216733"/>
                    <a:pt x="90735" y="215679"/>
                  </a:cubicBezTo>
                  <a:cubicBezTo>
                    <a:pt x="88193" y="214624"/>
                    <a:pt x="85301" y="214847"/>
                    <a:pt x="82951" y="216277"/>
                  </a:cubicBezTo>
                  <a:cubicBezTo>
                    <a:pt x="53911" y="233958"/>
                    <a:pt x="20681" y="200739"/>
                    <a:pt x="38362" y="171700"/>
                  </a:cubicBezTo>
                  <a:cubicBezTo>
                    <a:pt x="39792" y="169351"/>
                    <a:pt x="40016" y="166461"/>
                    <a:pt x="38964" y="163920"/>
                  </a:cubicBezTo>
                  <a:cubicBezTo>
                    <a:pt x="37913" y="161379"/>
                    <a:pt x="35712" y="159492"/>
                    <a:pt x="33040" y="158841"/>
                  </a:cubicBezTo>
                  <a:cubicBezTo>
                    <a:pt x="0" y="150828"/>
                    <a:pt x="0" y="103834"/>
                    <a:pt x="33040" y="95810"/>
                  </a:cubicBezTo>
                  <a:cubicBezTo>
                    <a:pt x="35714" y="95162"/>
                    <a:pt x="37918" y="93276"/>
                    <a:pt x="38972" y="90735"/>
                  </a:cubicBezTo>
                  <a:cubicBezTo>
                    <a:pt x="40026" y="88193"/>
                    <a:pt x="39804" y="85301"/>
                    <a:pt x="38374" y="82951"/>
                  </a:cubicBezTo>
                  <a:cubicBezTo>
                    <a:pt x="20693" y="53911"/>
                    <a:pt x="53911" y="20681"/>
                    <a:pt x="82951" y="38362"/>
                  </a:cubicBezTo>
                  <a:cubicBezTo>
                    <a:pt x="85298" y="39803"/>
                    <a:pt x="88193" y="40033"/>
                    <a:pt x="90737" y="38980"/>
                  </a:cubicBezTo>
                  <a:cubicBezTo>
                    <a:pt x="93282" y="37927"/>
                    <a:pt x="95168" y="35718"/>
                    <a:pt x="95810" y="33040"/>
                  </a:cubicBezTo>
                  <a:cubicBezTo>
                    <a:pt x="103822" y="0"/>
                    <a:pt x="150816" y="0"/>
                    <a:pt x="158841" y="33040"/>
                  </a:cubicBezTo>
                  <a:close/>
                  <a:moveTo>
                    <a:pt x="127325" y="91607"/>
                  </a:moveTo>
                  <a:cubicBezTo>
                    <a:pt x="107599" y="91607"/>
                    <a:pt x="91607" y="107599"/>
                    <a:pt x="91607" y="127325"/>
                  </a:cubicBezTo>
                  <a:cubicBezTo>
                    <a:pt x="91607" y="147052"/>
                    <a:pt x="107599" y="163044"/>
                    <a:pt x="127325" y="163044"/>
                  </a:cubicBezTo>
                  <a:cubicBezTo>
                    <a:pt x="147052" y="163044"/>
                    <a:pt x="163044" y="147052"/>
                    <a:pt x="163044" y="127325"/>
                  </a:cubicBezTo>
                  <a:cubicBezTo>
                    <a:pt x="163044" y="107599"/>
                    <a:pt x="147052" y="91607"/>
                    <a:pt x="127325" y="91607"/>
                  </a:cubicBezTo>
                </a:path>
              </a:pathLst>
            </a:custGeom>
            <a:solidFill>
              <a:schemeClr val="accent2"/>
            </a:solidFill>
            <a:ln>
              <a:noFill/>
            </a:ln>
          </p:spPr>
        </p:sp>
        <p:sp>
          <p:nvSpPr>
            <p:cNvPr id="10" name="TextBox 10"/>
            <p:cNvSpPr txBox="1"/>
            <p:nvPr/>
          </p:nvSpPr>
          <p:spPr>
            <a:xfrm>
              <a:off x="1095756" y="1748790"/>
              <a:ext cx="2460833" cy="352044"/>
            </a:xfrm>
            <a:prstGeom prst="rect">
              <a:avLst/>
            </a:prstGeom>
            <a:noFill/>
            <a:ln>
              <a:noFill/>
            </a:ln>
          </p:spPr>
          <p:txBody>
            <a:bodyPr wrap="none" lIns="0" tIns="0" rIns="0" bIns="0" anchor="t" anchorCtr="0">
              <a:spAutoFit/>
            </a:bodyPr>
            <a:lstStyle/>
            <a:p>
              <a:pPr algn="l"/>
              <a:r>
                <a:rPr lang="zh-CN" sz="1800" b="1" dirty="0">
                  <a:solidFill>
                    <a:schemeClr val="dk1"/>
                  </a:solidFill>
                  <a:latin typeface="+mn-lt"/>
                  <a:ea typeface="+mn-ea"/>
                  <a:cs typeface="+mn-cs"/>
                </a:rPr>
                <a:t>増やせるのは標準モジュールだけ</a:t>
              </a:r>
            </a:p>
          </p:txBody>
        </p:sp>
        <p:sp>
          <p:nvSpPr>
            <p:cNvPr id="11" name="TextBox 11"/>
            <p:cNvSpPr txBox="1"/>
            <p:nvPr/>
          </p:nvSpPr>
          <p:spPr>
            <a:xfrm>
              <a:off x="676656" y="2205990"/>
              <a:ext cx="3401568" cy="999744"/>
            </a:xfrm>
            <a:prstGeom prst="rect">
              <a:avLst/>
            </a:prstGeom>
            <a:noFill/>
            <a:ln>
              <a:noFill/>
            </a:ln>
          </p:spPr>
          <p:txBody>
            <a:bodyPr wrap="square" lIns="0" tIns="0" rIns="0" bIns="0" anchor="t" anchorCtr="0"/>
            <a:lstStyle/>
            <a:p>
              <a:pPr algn="l">
                <a:lnSpc>
                  <a:spcPts val="2550"/>
                </a:lnSpc>
              </a:pPr>
              <a:r>
                <a:rPr lang="zh-CN" sz="1800" dirty="0">
                  <a:solidFill>
                    <a:schemeClr val="dk1"/>
                  </a:solidFill>
                  <a:latin typeface="+mn-lt"/>
                  <a:ea typeface="+mn-ea"/>
                  <a:cs typeface="+mn-cs"/>
                </a:rPr>
                <a:t>既存のクラスモジュールやシートの</a:t>
              </a:r>
              <a:r>
                <a:rPr lang="en-US" sz="1800" dirty="0">
                  <a:solidFill>
                    <a:schemeClr val="dk1"/>
                  </a:solidFill>
                  <a:latin typeface="+mn-lt"/>
                  <a:ea typeface="+mn-ea"/>
                  <a:cs typeface="+mn-cs"/>
                </a:rPr>
                <a:t xml:space="preserve"> </a:t>
              </a:r>
              <a:r>
                <a:rPr lang="zh-CN" sz="1800" dirty="0">
                  <a:solidFill>
                    <a:schemeClr val="dk1"/>
                  </a:solidFill>
                  <a:latin typeface="+mn-lt"/>
                  <a:ea typeface="+mn-ea"/>
                  <a:cs typeface="+mn-cs"/>
                </a:rPr>
                <a:t>モジュールを直すことはできます。新しい</a:t>
              </a:r>
              <a:r>
                <a:rPr lang="en-US" sz="1800" dirty="0">
                  <a:solidFill>
                    <a:schemeClr val="dk1"/>
                  </a:solidFill>
                  <a:latin typeface="+mn-lt"/>
                  <a:ea typeface="+mn-ea"/>
                  <a:cs typeface="+mn-cs"/>
                </a:rPr>
                <a:t xml:space="preserve"> </a:t>
              </a:r>
              <a:r>
                <a:rPr lang="zh-CN" sz="1800" dirty="0">
                  <a:solidFill>
                    <a:schemeClr val="dk1"/>
                  </a:solidFill>
                  <a:latin typeface="+mn-lt"/>
                  <a:ea typeface="+mn-ea"/>
                  <a:cs typeface="+mn-cs"/>
                </a:rPr>
                <a:t>クラスやフォームを含む返答は取り込みません。</a:t>
              </a:r>
            </a:p>
          </p:txBody>
        </p:sp>
      </p:grpSp>
      <p:grpSp>
        <p:nvGrpSpPr>
          <p:cNvPr id="24" name="Group 24"/>
          <p:cNvGrpSpPr/>
          <p:nvPr/>
        </p:nvGrpSpPr>
        <p:grpSpPr>
          <a:xfrm>
            <a:off x="6210300" y="1371600"/>
            <a:ext cx="5600700" cy="1905000"/>
            <a:chOff x="6210300" y="1371600"/>
            <a:chExt cx="5600700" cy="1905000"/>
          </a:xfrm>
        </p:grpSpPr>
        <p:sp>
          <p:nvSpPr>
            <p:cNvPr id="13" name="Rectangle 13"/>
            <p:cNvSpPr/>
            <p:nvPr/>
          </p:nvSpPr>
          <p:spPr>
            <a:xfrm>
              <a:off x="6210300" y="1371600"/>
              <a:ext cx="5600700" cy="1905000"/>
            </a:xfrm>
            <a:prstGeom prst="roundRect">
              <a:avLst>
                <a:gd name="adj" fmla="val 8000"/>
              </a:avLst>
            </a:prstGeom>
            <a:solidFill>
              <a:schemeClr val="accent6"/>
            </a:solidFill>
            <a:ln>
              <a:noFill/>
            </a:ln>
          </p:spPr>
        </p:sp>
        <p:sp>
          <p:nvSpPr>
            <p:cNvPr id="14" name="Rectangle 14"/>
            <p:cNvSpPr/>
            <p:nvPr/>
          </p:nvSpPr>
          <p:spPr>
            <a:xfrm>
              <a:off x="6210300" y="1371600"/>
              <a:ext cx="5600700" cy="66675"/>
            </a:xfrm>
            <a:prstGeom prst="roundRect">
              <a:avLst>
                <a:gd name="adj" fmla="val 50000"/>
              </a:avLst>
            </a:prstGeom>
            <a:solidFill>
              <a:schemeClr val="accent1"/>
            </a:solidFill>
            <a:ln>
              <a:noFill/>
            </a:ln>
          </p:spPr>
        </p:sp>
        <p:grpSp>
          <p:nvGrpSpPr>
            <p:cNvPr id="21" name="Group 21"/>
            <p:cNvGrpSpPr/>
            <p:nvPr/>
          </p:nvGrpSpPr>
          <p:grpSpPr>
            <a:xfrm>
              <a:off x="6543842" y="1755012"/>
              <a:ext cx="221289" cy="198772"/>
              <a:chOff x="6543842" y="1755012"/>
              <a:chExt cx="221289" cy="198772"/>
            </a:xfrm>
          </p:grpSpPr>
          <p:sp>
            <p:nvSpPr>
              <p:cNvPr id="15" name="Freeform 15"/>
              <p:cNvSpPr/>
              <p:nvPr/>
            </p:nvSpPr>
            <p:spPr>
              <a:xfrm>
                <a:off x="6543842" y="1755012"/>
                <a:ext cx="73621" cy="55897"/>
              </a:xfrm>
              <a:custGeom>
                <a:avLst/>
                <a:gdLst/>
                <a:ahLst/>
                <a:cxnLst/>
                <a:rect l="l" t="t" r="r" b="b"/>
                <a:pathLst>
                  <a:path w="73621" h="55897">
                    <a:moveTo>
                      <a:pt x="68973" y="4648"/>
                    </a:moveTo>
                    <a:cubicBezTo>
                      <a:pt x="73621" y="9297"/>
                      <a:pt x="73621" y="16834"/>
                      <a:pt x="68973" y="21483"/>
                    </a:cubicBezTo>
                    <a:lnTo>
                      <a:pt x="39207" y="51249"/>
                    </a:lnTo>
                    <a:cubicBezTo>
                      <a:pt x="34558" y="55897"/>
                      <a:pt x="27021" y="55897"/>
                      <a:pt x="22372" y="51249"/>
                    </a:cubicBezTo>
                    <a:lnTo>
                      <a:pt x="4512" y="33390"/>
                    </a:lnTo>
                    <a:cubicBezTo>
                      <a:pt x="0" y="28718"/>
                      <a:pt x="65" y="21292"/>
                      <a:pt x="4657" y="16699"/>
                    </a:cubicBezTo>
                    <a:cubicBezTo>
                      <a:pt x="9250" y="12107"/>
                      <a:pt x="16676" y="12042"/>
                      <a:pt x="21348" y="16554"/>
                    </a:cubicBezTo>
                    <a:lnTo>
                      <a:pt x="30789" y="25996"/>
                    </a:lnTo>
                    <a:lnTo>
                      <a:pt x="52137" y="4648"/>
                    </a:lnTo>
                    <a:cubicBezTo>
                      <a:pt x="56787" y="0"/>
                      <a:pt x="64323" y="0"/>
                      <a:pt x="68973" y="4648"/>
                    </a:cubicBezTo>
                  </a:path>
                </a:pathLst>
              </a:custGeom>
              <a:solidFill>
                <a:schemeClr val="accent1"/>
              </a:solidFill>
              <a:ln>
                <a:noFill/>
              </a:ln>
            </p:spPr>
          </p:sp>
          <p:sp>
            <p:nvSpPr>
              <p:cNvPr id="16" name="Freeform 16"/>
              <p:cNvSpPr/>
              <p:nvPr/>
            </p:nvSpPr>
            <p:spPr>
              <a:xfrm>
                <a:off x="6543842" y="1826450"/>
                <a:ext cx="73621" cy="55897"/>
              </a:xfrm>
              <a:custGeom>
                <a:avLst/>
                <a:gdLst/>
                <a:ahLst/>
                <a:cxnLst/>
                <a:rect l="l" t="t" r="r" b="b"/>
                <a:pathLst>
                  <a:path w="73621" h="55897">
                    <a:moveTo>
                      <a:pt x="68973" y="4648"/>
                    </a:moveTo>
                    <a:cubicBezTo>
                      <a:pt x="73621" y="9297"/>
                      <a:pt x="73621" y="16834"/>
                      <a:pt x="68973" y="21483"/>
                    </a:cubicBezTo>
                    <a:lnTo>
                      <a:pt x="39207" y="51249"/>
                    </a:lnTo>
                    <a:cubicBezTo>
                      <a:pt x="34558" y="55897"/>
                      <a:pt x="27021" y="55897"/>
                      <a:pt x="22372" y="51249"/>
                    </a:cubicBezTo>
                    <a:lnTo>
                      <a:pt x="4512" y="33390"/>
                    </a:lnTo>
                    <a:cubicBezTo>
                      <a:pt x="0" y="28718"/>
                      <a:pt x="65" y="21292"/>
                      <a:pt x="4657" y="16699"/>
                    </a:cubicBezTo>
                    <a:cubicBezTo>
                      <a:pt x="9250" y="12107"/>
                      <a:pt x="16676" y="12042"/>
                      <a:pt x="21348" y="16554"/>
                    </a:cubicBezTo>
                    <a:lnTo>
                      <a:pt x="30789" y="25996"/>
                    </a:lnTo>
                    <a:lnTo>
                      <a:pt x="52137" y="4648"/>
                    </a:lnTo>
                    <a:cubicBezTo>
                      <a:pt x="56787" y="0"/>
                      <a:pt x="64323" y="0"/>
                      <a:pt x="68973" y="4648"/>
                    </a:cubicBezTo>
                  </a:path>
                </a:pathLst>
              </a:custGeom>
              <a:solidFill>
                <a:schemeClr val="accent1"/>
              </a:solidFill>
              <a:ln>
                <a:noFill/>
              </a:ln>
            </p:spPr>
          </p:sp>
          <p:sp>
            <p:nvSpPr>
              <p:cNvPr id="17" name="Freeform 17"/>
              <p:cNvSpPr/>
              <p:nvPr/>
            </p:nvSpPr>
            <p:spPr>
              <a:xfrm>
                <a:off x="6543842" y="1897887"/>
                <a:ext cx="73621" cy="55897"/>
              </a:xfrm>
              <a:custGeom>
                <a:avLst/>
                <a:gdLst/>
                <a:ahLst/>
                <a:cxnLst/>
                <a:rect l="l" t="t" r="r" b="b"/>
                <a:pathLst>
                  <a:path w="73621" h="55897">
                    <a:moveTo>
                      <a:pt x="68973" y="4648"/>
                    </a:moveTo>
                    <a:cubicBezTo>
                      <a:pt x="73621" y="9297"/>
                      <a:pt x="73621" y="16834"/>
                      <a:pt x="68973" y="21483"/>
                    </a:cubicBezTo>
                    <a:lnTo>
                      <a:pt x="39207" y="51249"/>
                    </a:lnTo>
                    <a:cubicBezTo>
                      <a:pt x="34558" y="55897"/>
                      <a:pt x="27021" y="55897"/>
                      <a:pt x="22372" y="51249"/>
                    </a:cubicBezTo>
                    <a:lnTo>
                      <a:pt x="4512" y="33390"/>
                    </a:lnTo>
                    <a:cubicBezTo>
                      <a:pt x="0" y="28718"/>
                      <a:pt x="65" y="21292"/>
                      <a:pt x="4657" y="16699"/>
                    </a:cubicBezTo>
                    <a:cubicBezTo>
                      <a:pt x="9250" y="12107"/>
                      <a:pt x="16676" y="12042"/>
                      <a:pt x="21348" y="16554"/>
                    </a:cubicBezTo>
                    <a:lnTo>
                      <a:pt x="30789" y="25996"/>
                    </a:lnTo>
                    <a:lnTo>
                      <a:pt x="52137" y="4648"/>
                    </a:lnTo>
                    <a:cubicBezTo>
                      <a:pt x="56787" y="0"/>
                      <a:pt x="64323" y="0"/>
                      <a:pt x="68973" y="4648"/>
                    </a:cubicBezTo>
                  </a:path>
                </a:pathLst>
              </a:custGeom>
              <a:solidFill>
                <a:schemeClr val="accent1"/>
              </a:solidFill>
              <a:ln>
                <a:noFill/>
              </a:ln>
            </p:spPr>
          </p:sp>
          <p:sp>
            <p:nvSpPr>
              <p:cNvPr id="18" name="Freeform 18"/>
              <p:cNvSpPr/>
              <p:nvPr/>
            </p:nvSpPr>
            <p:spPr>
              <a:xfrm>
                <a:off x="6634162" y="1774031"/>
                <a:ext cx="130969" cy="23812"/>
              </a:xfrm>
              <a:custGeom>
                <a:avLst/>
                <a:gdLst/>
                <a:ahLst/>
                <a:cxnLst/>
                <a:rect l="l" t="t" r="r" b="b"/>
                <a:pathLst>
                  <a:path w="130969" h="23812">
                    <a:moveTo>
                      <a:pt x="130969" y="11906"/>
                    </a:moveTo>
                    <a:cubicBezTo>
                      <a:pt x="130969" y="18482"/>
                      <a:pt x="125638" y="23812"/>
                      <a:pt x="119062" y="23812"/>
                    </a:cubicBezTo>
                    <a:lnTo>
                      <a:pt x="11906" y="23812"/>
                    </a:lnTo>
                    <a:cubicBezTo>
                      <a:pt x="5331" y="23812"/>
                      <a:pt x="0" y="18482"/>
                      <a:pt x="0" y="11906"/>
                    </a:cubicBezTo>
                    <a:cubicBezTo>
                      <a:pt x="0" y="5331"/>
                      <a:pt x="5331" y="0"/>
                      <a:pt x="11906" y="0"/>
                    </a:cubicBezTo>
                    <a:lnTo>
                      <a:pt x="119062" y="0"/>
                    </a:lnTo>
                    <a:cubicBezTo>
                      <a:pt x="125638" y="0"/>
                      <a:pt x="130969" y="5331"/>
                      <a:pt x="130969" y="11906"/>
                    </a:cubicBezTo>
                  </a:path>
                </a:pathLst>
              </a:custGeom>
              <a:solidFill>
                <a:schemeClr val="accent1"/>
              </a:solidFill>
              <a:ln>
                <a:noFill/>
              </a:ln>
            </p:spPr>
          </p:sp>
          <p:sp>
            <p:nvSpPr>
              <p:cNvPr id="19" name="Freeform 19"/>
              <p:cNvSpPr/>
              <p:nvPr/>
            </p:nvSpPr>
            <p:spPr>
              <a:xfrm>
                <a:off x="6634162" y="1845469"/>
                <a:ext cx="130969" cy="23812"/>
              </a:xfrm>
              <a:custGeom>
                <a:avLst/>
                <a:gdLst/>
                <a:ahLst/>
                <a:cxnLst/>
                <a:rect l="l" t="t" r="r" b="b"/>
                <a:pathLst>
                  <a:path w="130969" h="23812">
                    <a:moveTo>
                      <a:pt x="130969" y="11906"/>
                    </a:moveTo>
                    <a:cubicBezTo>
                      <a:pt x="130969" y="18482"/>
                      <a:pt x="125638" y="23812"/>
                      <a:pt x="119062" y="23812"/>
                    </a:cubicBezTo>
                    <a:lnTo>
                      <a:pt x="11906" y="23812"/>
                    </a:lnTo>
                    <a:cubicBezTo>
                      <a:pt x="5331" y="23812"/>
                      <a:pt x="0" y="18482"/>
                      <a:pt x="0" y="11906"/>
                    </a:cubicBezTo>
                    <a:cubicBezTo>
                      <a:pt x="0" y="5331"/>
                      <a:pt x="5331" y="0"/>
                      <a:pt x="11906" y="0"/>
                    </a:cubicBezTo>
                    <a:lnTo>
                      <a:pt x="119062" y="0"/>
                    </a:lnTo>
                    <a:cubicBezTo>
                      <a:pt x="125638" y="0"/>
                      <a:pt x="130969" y="5331"/>
                      <a:pt x="130969" y="11906"/>
                    </a:cubicBezTo>
                  </a:path>
                </a:pathLst>
              </a:custGeom>
              <a:solidFill>
                <a:schemeClr val="accent1"/>
              </a:solidFill>
              <a:ln>
                <a:noFill/>
              </a:ln>
            </p:spPr>
          </p:sp>
          <p:sp>
            <p:nvSpPr>
              <p:cNvPr id="20" name="Freeform 20"/>
              <p:cNvSpPr/>
              <p:nvPr/>
            </p:nvSpPr>
            <p:spPr>
              <a:xfrm>
                <a:off x="6634162" y="1916906"/>
                <a:ext cx="130969" cy="23812"/>
              </a:xfrm>
              <a:custGeom>
                <a:avLst/>
                <a:gdLst/>
                <a:ahLst/>
                <a:cxnLst/>
                <a:rect l="l" t="t" r="r" b="b"/>
                <a:pathLst>
                  <a:path w="130969" h="23812">
                    <a:moveTo>
                      <a:pt x="130969" y="11906"/>
                    </a:moveTo>
                    <a:cubicBezTo>
                      <a:pt x="130969" y="18482"/>
                      <a:pt x="125638" y="23812"/>
                      <a:pt x="119062" y="23812"/>
                    </a:cubicBezTo>
                    <a:lnTo>
                      <a:pt x="11906" y="23812"/>
                    </a:lnTo>
                    <a:cubicBezTo>
                      <a:pt x="5331" y="23812"/>
                      <a:pt x="0" y="18482"/>
                      <a:pt x="0" y="11906"/>
                    </a:cubicBezTo>
                    <a:cubicBezTo>
                      <a:pt x="0" y="5331"/>
                      <a:pt x="5331" y="0"/>
                      <a:pt x="11906" y="0"/>
                    </a:cubicBezTo>
                    <a:lnTo>
                      <a:pt x="119062" y="0"/>
                    </a:lnTo>
                    <a:cubicBezTo>
                      <a:pt x="125638" y="0"/>
                      <a:pt x="130969" y="5331"/>
                      <a:pt x="130969" y="11906"/>
                    </a:cubicBezTo>
                  </a:path>
                </a:pathLst>
              </a:custGeom>
              <a:solidFill>
                <a:schemeClr val="accent1"/>
              </a:solidFill>
              <a:ln>
                <a:noFill/>
              </a:ln>
            </p:spPr>
          </p:sp>
        </p:grpSp>
        <p:sp>
          <p:nvSpPr>
            <p:cNvPr id="22" name="TextBox 22"/>
            <p:cNvSpPr txBox="1"/>
            <p:nvPr/>
          </p:nvSpPr>
          <p:spPr>
            <a:xfrm>
              <a:off x="6925056" y="1748790"/>
              <a:ext cx="2015578" cy="352044"/>
            </a:xfrm>
            <a:prstGeom prst="rect">
              <a:avLst/>
            </a:prstGeom>
            <a:noFill/>
            <a:ln>
              <a:noFill/>
            </a:ln>
          </p:spPr>
          <p:txBody>
            <a:bodyPr wrap="none" lIns="0" tIns="0" rIns="0" bIns="0" anchor="t" anchorCtr="0">
              <a:spAutoFit/>
            </a:bodyPr>
            <a:lstStyle/>
            <a:p>
              <a:pPr algn="l"/>
              <a:r>
                <a:rPr lang="zh-CN" sz="1800" b="1" dirty="0">
                  <a:solidFill>
                    <a:schemeClr val="dk1"/>
                  </a:solidFill>
                  <a:latin typeface="+mn-lt"/>
                  <a:ea typeface="+mn-ea"/>
                  <a:cs typeface="+mn-cs"/>
                </a:rPr>
                <a:t>ひな形は自分で増やせる</a:t>
              </a:r>
            </a:p>
          </p:txBody>
        </p:sp>
        <p:sp>
          <p:nvSpPr>
            <p:cNvPr id="23" name="TextBox 23"/>
            <p:cNvSpPr txBox="1"/>
            <p:nvPr/>
          </p:nvSpPr>
          <p:spPr>
            <a:xfrm>
              <a:off x="6505956" y="2205990"/>
              <a:ext cx="4098798" cy="999744"/>
            </a:xfrm>
            <a:prstGeom prst="rect">
              <a:avLst/>
            </a:prstGeom>
            <a:noFill/>
            <a:ln>
              <a:noFill/>
            </a:ln>
          </p:spPr>
          <p:txBody>
            <a:bodyPr wrap="square" lIns="0" tIns="0" rIns="0" bIns="0" anchor="t" anchorCtr="0"/>
            <a:lstStyle/>
            <a:p>
              <a:pPr algn="l">
                <a:lnSpc>
                  <a:spcPts val="2550"/>
                </a:lnSpc>
              </a:pPr>
              <a:r>
                <a:rPr lang="en-US" sz="1800" dirty="0">
                  <a:solidFill>
                    <a:schemeClr val="dk1"/>
                  </a:solidFill>
                  <a:latin typeface="+mn-lt"/>
                  <a:ea typeface="+mn-ea"/>
                  <a:cs typeface="+mn-cs"/>
                </a:rPr>
                <a:t>presets フォルダに Markdown ファイル</a:t>
              </a:r>
              <a:r>
                <a:rPr lang="zh-CN" sz="1800" dirty="0">
                  <a:solidFill>
                    <a:schemeClr val="dk1"/>
                  </a:solidFill>
                  <a:latin typeface="+mn-lt"/>
                  <a:ea typeface="+mn-ea"/>
                  <a:cs typeface="+mn-cs"/>
                </a:rPr>
                <a:t>（UTF-8）を置くと、ファイル 1 つにつき 1 件、目的の画面に自動で現れます。再起動は不要。</a:t>
              </a:r>
            </a:p>
          </p:txBody>
        </p:sp>
      </p:grpSp>
      <p:grpSp>
        <p:nvGrpSpPr>
          <p:cNvPr id="26" name="Group 26"/>
          <p:cNvGrpSpPr/>
          <p:nvPr/>
        </p:nvGrpSpPr>
        <p:grpSpPr>
          <a:xfrm>
            <a:off x="6507480" y="3476625"/>
            <a:ext cx="3577590" cy="1360170"/>
            <a:chOff x="6507480" y="3476625"/>
            <a:chExt cx="3577590" cy="1360170"/>
          </a:xfrm>
        </p:grpSpPr>
        <p:sp>
          <p:nvSpPr>
            <p:cNvPr id="25" name="TextBox 25"/>
            <p:cNvSpPr txBox="1"/>
            <p:nvPr/>
          </p:nvSpPr>
          <p:spPr>
            <a:xfrm>
              <a:off x="6507480" y="3476625"/>
              <a:ext cx="3577590" cy="1360170"/>
            </a:xfrm>
            <a:prstGeom prst="rect">
              <a:avLst/>
            </a:prstGeom>
            <a:noFill/>
            <a:ln>
              <a:noFill/>
            </a:ln>
          </p:spPr>
          <p:txBody>
            <a:bodyPr wrap="square" lIns="0" tIns="0" rIns="0" bIns="0" anchor="t" anchorCtr="0"/>
            <a:lstStyle/>
            <a:p>
              <a:pPr algn="l">
                <a:lnSpc>
                  <a:spcPts val="2100"/>
                </a:lnSpc>
              </a:pPr>
              <a:r>
                <a:rPr lang="zh-CN" sz="1500" dirty="0">
                  <a:solidFill>
                    <a:schemeClr val="dk1"/>
                  </a:solidFill>
                  <a:latin typeface="+mn-lt"/>
                  <a:ea typeface="+mn-ea"/>
                  <a:cs typeface="+mn-cs"/>
                </a:rPr>
                <a:t>・最初の「# ...」が一覧に出る名前です。</a:t>
              </a:r>
            </a:p>
            <a:p>
              <a:pPr algn="l">
                <a:lnSpc>
                  <a:spcPts val="2100"/>
                </a:lnSpc>
              </a:pPr>
              <a:r>
                <a:rPr lang="zh-CN" sz="1500" dirty="0">
                  <a:solidFill>
                    <a:schemeClr val="dk1"/>
                  </a:solidFill>
                  <a:latin typeface="+mn-lt"/>
                  <a:ea typeface="+mn-ea"/>
                  <a:cs typeface="+mn-cs"/>
                </a:rPr>
                <a:t>・「## 用途」に「改修」か「診断」と書くと、　その使いかたの一覧に並びます。</a:t>
              </a:r>
            </a:p>
            <a:p>
              <a:pPr algn="l">
                <a:lnSpc>
                  <a:spcPts val="2100"/>
                </a:lnSpc>
              </a:pPr>
              <a:r>
                <a:rPr lang="zh-CN" sz="1500" dirty="0">
                  <a:solidFill>
                    <a:schemeClr val="dk1"/>
                  </a:solidFill>
                  <a:latin typeface="+mn-lt"/>
                  <a:ea typeface="+mn-ea"/>
                  <a:cs typeface="+mn-cs"/>
                </a:rPr>
                <a:t>・「## 質問」を書くと質問画面が出ます。</a:t>
              </a:r>
            </a:p>
            <a:p>
              <a:pPr algn="l">
                <a:lnSpc>
                  <a:spcPts val="2100"/>
                </a:lnSpc>
              </a:pPr>
              <a:r>
                <a:rPr lang="zh-CN" sz="1500" dirty="0">
                  <a:solidFill>
                    <a:schemeClr val="dk1"/>
                  </a:solidFill>
                  <a:latin typeface="+mn-lt"/>
                  <a:ea typeface="+mn-ea"/>
                  <a:cs typeface="+mn-cs"/>
                </a:rPr>
                <a:t>・書式が足りないファイルは理由付きで出ます。</a:t>
              </a:r>
            </a:p>
          </p:txBody>
        </p:sp>
      </p:grpSp>
      <p:grpSp>
        <p:nvGrpSpPr>
          <p:cNvPr id="29" name="Group 29"/>
          <p:cNvGrpSpPr/>
          <p:nvPr/>
        </p:nvGrpSpPr>
        <p:grpSpPr>
          <a:xfrm>
            <a:off x="389857" y="3425190"/>
            <a:ext cx="1621674" cy="352044"/>
            <a:chOff x="389857" y="3425190"/>
            <a:chExt cx="1621674" cy="352044"/>
          </a:xfrm>
        </p:grpSpPr>
        <p:sp>
          <p:nvSpPr>
            <p:cNvPr id="27" name="Freeform 27"/>
            <p:cNvSpPr/>
            <p:nvPr/>
          </p:nvSpPr>
          <p:spPr>
            <a:xfrm>
              <a:off x="389857" y="3427182"/>
              <a:ext cx="229816" cy="199420"/>
            </a:xfrm>
            <a:custGeom>
              <a:avLst/>
              <a:gdLst/>
              <a:ahLst/>
              <a:cxnLst/>
              <a:rect l="l" t="t" r="r" b="b"/>
              <a:pathLst>
                <a:path w="229816" h="199420">
                  <a:moveTo>
                    <a:pt x="114968" y="0"/>
                  </a:moveTo>
                  <a:cubicBezTo>
                    <a:pt x="124822" y="0"/>
                    <a:pt x="134006" y="4819"/>
                    <a:pt x="139630" y="12867"/>
                  </a:cubicBezTo>
                  <a:lnTo>
                    <a:pt x="140713" y="14518"/>
                  </a:lnTo>
                  <a:lnTo>
                    <a:pt x="224439" y="154316"/>
                  </a:lnTo>
                  <a:cubicBezTo>
                    <a:pt x="229612" y="163275"/>
                    <a:pt x="229816" y="174262"/>
                    <a:pt x="224981" y="183407"/>
                  </a:cubicBezTo>
                  <a:cubicBezTo>
                    <a:pt x="220146" y="192551"/>
                    <a:pt x="210950" y="198568"/>
                    <a:pt x="200634" y="199337"/>
                  </a:cubicBezTo>
                  <a:lnTo>
                    <a:pt x="198622" y="199420"/>
                  </a:lnTo>
                  <a:lnTo>
                    <a:pt x="31201" y="199420"/>
                  </a:lnTo>
                  <a:cubicBezTo>
                    <a:pt x="20875" y="199303"/>
                    <a:pt x="11332" y="193897"/>
                    <a:pt x="5924" y="185100"/>
                  </a:cubicBezTo>
                  <a:cubicBezTo>
                    <a:pt x="516" y="176303"/>
                    <a:pt x="0" y="165347"/>
                    <a:pt x="4558" y="156081"/>
                  </a:cubicBezTo>
                  <a:lnTo>
                    <a:pt x="5579" y="154172"/>
                  </a:lnTo>
                  <a:lnTo>
                    <a:pt x="89264" y="14477"/>
                  </a:lnTo>
                  <a:cubicBezTo>
                    <a:pt x="94713" y="5491"/>
                    <a:pt x="104459" y="2"/>
                    <a:pt x="114968" y="0"/>
                  </a:cubicBezTo>
                  <a:close/>
                  <a:moveTo>
                    <a:pt x="115071" y="137549"/>
                  </a:moveTo>
                  <a:lnTo>
                    <a:pt x="113761" y="137621"/>
                  </a:lnTo>
                  <a:cubicBezTo>
                    <a:pt x="108570" y="138238"/>
                    <a:pt x="104661" y="142640"/>
                    <a:pt x="104661" y="147867"/>
                  </a:cubicBezTo>
                  <a:cubicBezTo>
                    <a:pt x="104661" y="153095"/>
                    <a:pt x="108570" y="157496"/>
                    <a:pt x="113761" y="158114"/>
                  </a:cubicBezTo>
                  <a:lnTo>
                    <a:pt x="114968" y="158186"/>
                  </a:lnTo>
                  <a:lnTo>
                    <a:pt x="116279" y="158114"/>
                  </a:lnTo>
                  <a:cubicBezTo>
                    <a:pt x="121469" y="157496"/>
                    <a:pt x="125378" y="153095"/>
                    <a:pt x="125378" y="147867"/>
                  </a:cubicBezTo>
                  <a:cubicBezTo>
                    <a:pt x="125378" y="142640"/>
                    <a:pt x="121469" y="138238"/>
                    <a:pt x="116279" y="137621"/>
                  </a:cubicBezTo>
                  <a:lnTo>
                    <a:pt x="115071" y="137549"/>
                  </a:lnTo>
                  <a:close/>
                  <a:moveTo>
                    <a:pt x="114968" y="65317"/>
                  </a:moveTo>
                  <a:cubicBezTo>
                    <a:pt x="109737" y="65318"/>
                    <a:pt x="105334" y="69234"/>
                    <a:pt x="104722" y="74429"/>
                  </a:cubicBezTo>
                  <a:lnTo>
                    <a:pt x="104649" y="75636"/>
                  </a:lnTo>
                  <a:lnTo>
                    <a:pt x="104649" y="116911"/>
                  </a:lnTo>
                  <a:lnTo>
                    <a:pt x="104722" y="118118"/>
                  </a:lnTo>
                  <a:cubicBezTo>
                    <a:pt x="105339" y="123309"/>
                    <a:pt x="109741" y="127218"/>
                    <a:pt x="114968" y="127218"/>
                  </a:cubicBezTo>
                  <a:cubicBezTo>
                    <a:pt x="120195" y="127218"/>
                    <a:pt x="124597" y="123309"/>
                    <a:pt x="125215" y="118118"/>
                  </a:cubicBezTo>
                  <a:lnTo>
                    <a:pt x="125287" y="116911"/>
                  </a:lnTo>
                  <a:lnTo>
                    <a:pt x="125287" y="75636"/>
                  </a:lnTo>
                  <a:lnTo>
                    <a:pt x="125215" y="74429"/>
                  </a:lnTo>
                  <a:cubicBezTo>
                    <a:pt x="124602" y="69234"/>
                    <a:pt x="120199" y="65318"/>
                    <a:pt x="114968" y="65317"/>
                  </a:cubicBezTo>
                  <a:close/>
                </a:path>
              </a:pathLst>
            </a:custGeom>
            <a:solidFill>
              <a:schemeClr val="accent2"/>
            </a:solidFill>
            <a:ln>
              <a:noFill/>
            </a:ln>
          </p:spPr>
        </p:sp>
        <p:sp>
          <p:nvSpPr>
            <p:cNvPr id="28" name="TextBox 28"/>
            <p:cNvSpPr txBox="1"/>
            <p:nvPr/>
          </p:nvSpPr>
          <p:spPr>
            <a:xfrm>
              <a:off x="733806" y="3425190"/>
              <a:ext cx="1277725" cy="352044"/>
            </a:xfrm>
            <a:prstGeom prst="rect">
              <a:avLst/>
            </a:prstGeom>
            <a:noFill/>
            <a:ln>
              <a:noFill/>
            </a:ln>
          </p:spPr>
          <p:txBody>
            <a:bodyPr wrap="none" lIns="0" tIns="0" rIns="0" bIns="0" anchor="t" anchorCtr="0">
              <a:spAutoFit/>
            </a:bodyPr>
            <a:lstStyle/>
            <a:p>
              <a:pPr algn="l"/>
              <a:r>
                <a:rPr lang="en-US" sz="1800" b="1" dirty="0">
                  <a:solidFill>
                    <a:schemeClr val="accent1"/>
                  </a:solidFill>
                  <a:latin typeface="+mn-lt"/>
                  <a:ea typeface="+mn-ea"/>
                  <a:cs typeface="+mn-cs"/>
                </a:rPr>
                <a:t>うまくいかないとき</a:t>
              </a:r>
            </a:p>
          </p:txBody>
        </p:sp>
      </p:grpSp>
      <p:grpSp>
        <p:nvGrpSpPr>
          <p:cNvPr id="42" name="Group 42"/>
          <p:cNvGrpSpPr/>
          <p:nvPr/>
        </p:nvGrpSpPr>
        <p:grpSpPr>
          <a:xfrm>
            <a:off x="381000" y="3771900"/>
            <a:ext cx="5600700" cy="2550795"/>
            <a:chOff x="381000" y="3771900"/>
            <a:chExt cx="5600700" cy="2550795"/>
          </a:xfrm>
        </p:grpSpPr>
        <p:sp>
          <p:nvSpPr>
            <p:cNvPr id="30" name="Rectangle 30"/>
            <p:cNvSpPr/>
            <p:nvPr/>
          </p:nvSpPr>
          <p:spPr>
            <a:xfrm>
              <a:off x="381000" y="3771900"/>
              <a:ext cx="5600700" cy="571500"/>
            </a:xfrm>
            <a:prstGeom prst="roundRect">
              <a:avLst>
                <a:gd name="adj" fmla="val 16667"/>
              </a:avLst>
            </a:prstGeom>
            <a:solidFill>
              <a:schemeClr val="accent6"/>
            </a:solidFill>
            <a:ln>
              <a:noFill/>
            </a:ln>
          </p:spPr>
        </p:sp>
        <p:sp>
          <p:nvSpPr>
            <p:cNvPr id="31" name="TextBox 31"/>
            <p:cNvSpPr txBox="1"/>
            <p:nvPr/>
          </p:nvSpPr>
          <p:spPr>
            <a:xfrm>
              <a:off x="640080" y="3857625"/>
              <a:ext cx="2008289" cy="293370"/>
            </a:xfrm>
            <a:prstGeom prst="rect">
              <a:avLst/>
            </a:prstGeom>
            <a:noFill/>
            <a:ln>
              <a:noFill/>
            </a:ln>
          </p:spPr>
          <p:txBody>
            <a:bodyPr wrap="none" lIns="0" tIns="0" rIns="0" bIns="0" anchor="t" anchorCtr="0">
              <a:spAutoFit/>
            </a:bodyPr>
            <a:lstStyle/>
            <a:p>
              <a:pPr algn="l"/>
              <a:r>
                <a:rPr lang="zh-CN" sz="1500" b="1" dirty="0">
                  <a:solidFill>
                    <a:schemeClr val="dk1"/>
                  </a:solidFill>
                  <a:latin typeface="+mn-lt"/>
                  <a:ea typeface="+mn-ea"/>
                  <a:cs typeface="+mn-cs"/>
                </a:rPr>
                <a:t>起動しない・白い画面のまま</a:t>
              </a:r>
            </a:p>
          </p:txBody>
        </p:sp>
        <p:sp>
          <p:nvSpPr>
            <p:cNvPr id="32" name="TextBox 32"/>
            <p:cNvSpPr txBox="1"/>
            <p:nvPr/>
          </p:nvSpPr>
          <p:spPr>
            <a:xfrm>
              <a:off x="640080" y="4086225"/>
              <a:ext cx="4806560" cy="293370"/>
            </a:xfrm>
            <a:prstGeom prst="rect">
              <a:avLst/>
            </a:prstGeom>
            <a:noFill/>
            <a:ln>
              <a:noFill/>
            </a:ln>
          </p:spPr>
          <p:txBody>
            <a:bodyPr wrap="none" lIns="0" tIns="0" rIns="0" bIns="0" anchor="t" anchorCtr="0">
              <a:spAutoFit/>
            </a:bodyPr>
            <a:lstStyle/>
            <a:p>
              <a:pPr algn="l"/>
              <a:r>
                <a:rPr lang="zh-CN" sz="1500" dirty="0">
                  <a:solidFill>
                    <a:srgbClr val="5B6B7C"/>
                  </a:solidFill>
                  <a:latin typeface="+mn-lt"/>
                  <a:ea typeface="+mn-ea"/>
                  <a:cs typeface="+mn-cs"/>
                </a:rPr>
                <a:t>WebView2 ランタイムが未導入の可能性。起動時の案内に従う</a:t>
              </a:r>
            </a:p>
          </p:txBody>
        </p:sp>
        <p:sp>
          <p:nvSpPr>
            <p:cNvPr id="33" name="Rectangle 33"/>
            <p:cNvSpPr/>
            <p:nvPr/>
          </p:nvSpPr>
          <p:spPr>
            <a:xfrm>
              <a:off x="381000" y="4419600"/>
              <a:ext cx="5600700" cy="571500"/>
            </a:xfrm>
            <a:prstGeom prst="roundRect">
              <a:avLst>
                <a:gd name="adj" fmla="val 16667"/>
              </a:avLst>
            </a:prstGeom>
            <a:solidFill>
              <a:schemeClr val="accent6"/>
            </a:solidFill>
            <a:ln>
              <a:noFill/>
            </a:ln>
          </p:spPr>
        </p:sp>
        <p:sp>
          <p:nvSpPr>
            <p:cNvPr id="34" name="TextBox 34"/>
            <p:cNvSpPr txBox="1"/>
            <p:nvPr/>
          </p:nvSpPr>
          <p:spPr>
            <a:xfrm>
              <a:off x="640080" y="4505325"/>
              <a:ext cx="1446419" cy="293370"/>
            </a:xfrm>
            <a:prstGeom prst="rect">
              <a:avLst/>
            </a:prstGeom>
            <a:noFill/>
            <a:ln>
              <a:noFill/>
            </a:ln>
          </p:spPr>
          <p:txBody>
            <a:bodyPr wrap="none" lIns="0" tIns="0" rIns="0" bIns="0" anchor="t" anchorCtr="0">
              <a:spAutoFit/>
            </a:bodyPr>
            <a:lstStyle/>
            <a:p>
              <a:pPr algn="l"/>
              <a:r>
                <a:rPr lang="zh-CN" sz="1500" b="1" dirty="0">
                  <a:solidFill>
                    <a:schemeClr val="dk1"/>
                  </a:solidFill>
                  <a:latin typeface="+mn-lt"/>
                  <a:ea typeface="+mn-ea"/>
                  <a:cs typeface="+mn-cs"/>
                </a:rPr>
                <a:t>返答を取り込めない</a:t>
              </a:r>
            </a:p>
          </p:txBody>
        </p:sp>
        <p:sp>
          <p:nvSpPr>
            <p:cNvPr id="35" name="TextBox 35"/>
            <p:cNvSpPr txBox="1"/>
            <p:nvPr/>
          </p:nvSpPr>
          <p:spPr>
            <a:xfrm>
              <a:off x="640080" y="4733925"/>
              <a:ext cx="2064830" cy="293370"/>
            </a:xfrm>
            <a:prstGeom prst="rect">
              <a:avLst/>
            </a:prstGeom>
            <a:noFill/>
            <a:ln>
              <a:noFill/>
            </a:ln>
          </p:spPr>
          <p:txBody>
            <a:bodyPr wrap="none" lIns="0" tIns="0" rIns="0" bIns="0" anchor="t" anchorCtr="0">
              <a:spAutoFit/>
            </a:bodyPr>
            <a:lstStyle/>
            <a:p>
              <a:pPr algn="l"/>
              <a:r>
                <a:rPr lang="zh-CN" sz="1500" dirty="0">
                  <a:solidFill>
                    <a:srgbClr val="5B6B7C"/>
                  </a:solidFill>
                  <a:latin typeface="+mn-lt"/>
                  <a:ea typeface="+mn-ea"/>
                  <a:cs typeface="+mn-cs"/>
                </a:rPr>
                <a:t>コードブロック全体をコピーし直す</a:t>
              </a:r>
            </a:p>
          </p:txBody>
        </p:sp>
        <p:sp>
          <p:nvSpPr>
            <p:cNvPr id="36" name="Rectangle 36"/>
            <p:cNvSpPr/>
            <p:nvPr/>
          </p:nvSpPr>
          <p:spPr>
            <a:xfrm>
              <a:off x="381000" y="5067300"/>
              <a:ext cx="5600700" cy="571500"/>
            </a:xfrm>
            <a:prstGeom prst="roundRect">
              <a:avLst>
                <a:gd name="adj" fmla="val 16667"/>
              </a:avLst>
            </a:prstGeom>
            <a:solidFill>
              <a:schemeClr val="accent6"/>
            </a:solidFill>
            <a:ln>
              <a:noFill/>
            </a:ln>
          </p:spPr>
        </p:sp>
        <p:sp>
          <p:nvSpPr>
            <p:cNvPr id="37" name="TextBox 37"/>
            <p:cNvSpPr txBox="1"/>
            <p:nvPr/>
          </p:nvSpPr>
          <p:spPr>
            <a:xfrm>
              <a:off x="640080" y="5153025"/>
              <a:ext cx="1563033" cy="293370"/>
            </a:xfrm>
            <a:prstGeom prst="rect">
              <a:avLst/>
            </a:prstGeom>
            <a:noFill/>
            <a:ln>
              <a:noFill/>
            </a:ln>
          </p:spPr>
          <p:txBody>
            <a:bodyPr wrap="none" lIns="0" tIns="0" rIns="0" bIns="0" anchor="t" anchorCtr="0">
              <a:spAutoFit/>
            </a:bodyPr>
            <a:lstStyle/>
            <a:p>
              <a:pPr algn="l"/>
              <a:r>
                <a:rPr lang="zh-CN" sz="1500" b="1" dirty="0">
                  <a:solidFill>
                    <a:schemeClr val="dk1"/>
                  </a:solidFill>
                  <a:latin typeface="+mn-lt"/>
                  <a:ea typeface="+mn-ea"/>
                  <a:cs typeface="+mn-cs"/>
                </a:rPr>
                <a:t>ひな形が一覧に出ない</a:t>
              </a:r>
            </a:p>
          </p:txBody>
        </p:sp>
        <p:sp>
          <p:nvSpPr>
            <p:cNvPr id="38" name="TextBox 38"/>
            <p:cNvSpPr txBox="1"/>
            <p:nvPr/>
          </p:nvSpPr>
          <p:spPr>
            <a:xfrm>
              <a:off x="640080" y="5381625"/>
              <a:ext cx="3187637" cy="293370"/>
            </a:xfrm>
            <a:prstGeom prst="rect">
              <a:avLst/>
            </a:prstGeom>
            <a:noFill/>
            <a:ln>
              <a:noFill/>
            </a:ln>
          </p:spPr>
          <p:txBody>
            <a:bodyPr wrap="none" lIns="0" tIns="0" rIns="0" bIns="0" anchor="t" anchorCtr="0">
              <a:spAutoFit/>
            </a:bodyPr>
            <a:lstStyle/>
            <a:p>
              <a:pPr algn="l"/>
              <a:r>
                <a:rPr lang="zh-CN" sz="1500" dirty="0">
                  <a:solidFill>
                    <a:srgbClr val="5B6B7C"/>
                  </a:solidFill>
                  <a:latin typeface="+mn-lt"/>
                  <a:ea typeface="+mn-ea"/>
                  <a:cs typeface="+mn-cs"/>
                </a:rPr>
                <a:t>Markdown の見出しが揃っているか確認する</a:t>
              </a:r>
            </a:p>
          </p:txBody>
        </p:sp>
        <p:sp>
          <p:nvSpPr>
            <p:cNvPr id="39" name="Rectangle 39"/>
            <p:cNvSpPr/>
            <p:nvPr/>
          </p:nvSpPr>
          <p:spPr>
            <a:xfrm>
              <a:off x="381000" y="5715000"/>
              <a:ext cx="5600700" cy="571500"/>
            </a:xfrm>
            <a:prstGeom prst="roundRect">
              <a:avLst>
                <a:gd name="adj" fmla="val 16667"/>
              </a:avLst>
            </a:prstGeom>
            <a:solidFill>
              <a:schemeClr val="accent6"/>
            </a:solidFill>
            <a:ln>
              <a:noFill/>
            </a:ln>
          </p:spPr>
        </p:sp>
        <p:sp>
          <p:nvSpPr>
            <p:cNvPr id="40" name="TextBox 40"/>
            <p:cNvSpPr txBox="1"/>
            <p:nvPr/>
          </p:nvSpPr>
          <p:spPr>
            <a:xfrm>
              <a:off x="640080" y="5800725"/>
              <a:ext cx="1138980" cy="293370"/>
            </a:xfrm>
            <a:prstGeom prst="rect">
              <a:avLst/>
            </a:prstGeom>
            <a:noFill/>
            <a:ln>
              <a:noFill/>
            </a:ln>
          </p:spPr>
          <p:txBody>
            <a:bodyPr wrap="none" lIns="0" tIns="0" rIns="0" bIns="0" anchor="t" anchorCtr="0">
              <a:spAutoFit/>
            </a:bodyPr>
            <a:lstStyle/>
            <a:p>
              <a:pPr algn="l"/>
              <a:r>
                <a:rPr lang="zh-CN" sz="1500" b="1" dirty="0">
                  <a:solidFill>
                    <a:schemeClr val="dk1"/>
                  </a:solidFill>
                  <a:latin typeface="+mn-lt"/>
                  <a:ea typeface="+mn-ea"/>
                  <a:cs typeface="+mn-cs"/>
                </a:rPr>
                <a:t>ビルドに失敗した</a:t>
              </a:r>
            </a:p>
          </p:txBody>
        </p:sp>
        <p:sp>
          <p:nvSpPr>
            <p:cNvPr id="41" name="TextBox 41"/>
            <p:cNvSpPr txBox="1"/>
            <p:nvPr/>
          </p:nvSpPr>
          <p:spPr>
            <a:xfrm>
              <a:off x="640080" y="6029325"/>
              <a:ext cx="2892743" cy="293370"/>
            </a:xfrm>
            <a:prstGeom prst="rect">
              <a:avLst/>
            </a:prstGeom>
            <a:noFill/>
            <a:ln>
              <a:noFill/>
            </a:ln>
          </p:spPr>
          <p:txBody>
            <a:bodyPr wrap="none" lIns="0" tIns="0" rIns="0" bIns="0" anchor="t" anchorCtr="0">
              <a:spAutoFit/>
            </a:bodyPr>
            <a:lstStyle/>
            <a:p>
              <a:pPr algn="l"/>
              <a:r>
                <a:rPr lang="zh-CN" sz="1500" dirty="0">
                  <a:solidFill>
                    <a:srgbClr val="5B6B7C"/>
                  </a:solidFill>
                  <a:latin typeface="+mn-lt"/>
                  <a:ea typeface="+mn-ea"/>
                  <a:cs typeface="+mn-cs"/>
                </a:rPr>
                <a:t>元のファイルは無事なので何度でもやり直せる</a:t>
              </a:r>
            </a:p>
          </p:txBody>
        </p:sp>
      </p:grpSp>
      <p:grpSp>
        <p:nvGrpSpPr>
          <p:cNvPr id="45" name="Group 45"/>
          <p:cNvGrpSpPr/>
          <p:nvPr/>
        </p:nvGrpSpPr>
        <p:grpSpPr>
          <a:xfrm>
            <a:off x="6210300" y="4876800"/>
            <a:ext cx="5600700" cy="1333500"/>
            <a:chOff x="6210300" y="4876800"/>
            <a:chExt cx="5600700" cy="1333500"/>
          </a:xfrm>
        </p:grpSpPr>
        <p:sp>
          <p:nvSpPr>
            <p:cNvPr id="43" name="Rectangle 43"/>
            <p:cNvSpPr/>
            <p:nvPr/>
          </p:nvSpPr>
          <p:spPr>
            <a:xfrm>
              <a:off x="6210300" y="4876800"/>
              <a:ext cx="5600700" cy="1333500"/>
            </a:xfrm>
            <a:prstGeom prst="roundRect">
              <a:avLst>
                <a:gd name="adj" fmla="val 10000"/>
              </a:avLst>
            </a:prstGeom>
            <a:solidFill>
              <a:schemeClr val="accent6"/>
            </a:solidFill>
            <a:ln>
              <a:noFill/>
            </a:ln>
          </p:spPr>
        </p:sp>
        <p:sp>
          <p:nvSpPr>
            <p:cNvPr id="44" name="TextBox 44"/>
            <p:cNvSpPr txBox="1"/>
            <p:nvPr/>
          </p:nvSpPr>
          <p:spPr>
            <a:xfrm>
              <a:off x="6507480" y="5019675"/>
              <a:ext cx="2320290" cy="1093470"/>
            </a:xfrm>
            <a:prstGeom prst="rect">
              <a:avLst/>
            </a:prstGeom>
            <a:noFill/>
            <a:ln>
              <a:noFill/>
            </a:ln>
          </p:spPr>
          <p:txBody>
            <a:bodyPr wrap="square" lIns="0" tIns="0" rIns="0" bIns="0" anchor="t" anchorCtr="0"/>
            <a:lstStyle/>
            <a:p>
              <a:pPr algn="l">
                <a:lnSpc>
                  <a:spcPts val="2100"/>
                </a:lnSpc>
              </a:pPr>
              <a:r>
                <a:rPr lang="zh-CN" sz="1500" dirty="0">
                  <a:solidFill>
                    <a:srgbClr val="5B6B7C"/>
                  </a:solidFill>
                  <a:latin typeface="Consolas"/>
                  <a:ea typeface="Microsoft YaHei"/>
                  <a:cs typeface="Consolas"/>
                </a:rPr>
                <a:t># ひな形の名前## 用途 → 改修 / 診断## 改修指示 → 依頼文の本文## 出力指示 → 返答のしかた</a:t>
              </a:r>
            </a:p>
          </p:txBody>
        </p:sp>
      </p:grpSp>
      <p:sp>
        <p:nvSpPr>
          <p:cNvPr id="46" name="TextBox 46"/>
          <p:cNvSpPr txBox="1"/>
          <p:nvPr/>
        </p:nvSpPr>
        <p:spPr>
          <a:xfrm>
            <a:off x="11627206" y="6537960"/>
            <a:ext cx="189890" cy="234696"/>
          </a:xfrm>
          <a:prstGeom prst="rect">
            <a:avLst/>
          </a:prstGeom>
          <a:noFill/>
          <a:ln>
            <a:noFill/>
          </a:ln>
        </p:spPr>
        <p:txBody>
          <a:bodyPr wrap="none" lIns="0" tIns="0" rIns="0" bIns="0" anchor="t" anchorCtr="0">
            <a:spAutoFit/>
          </a:bodyPr>
          <a:lstStyle/>
          <a:p>
            <a:pPr algn="r"/>
            <a:r>
              <a:rPr lang="en-US" sz="1200" dirty="0">
                <a:solidFill>
                  <a:srgbClr val="5B6B7C"/>
                </a:solidFill>
                <a:latin typeface="+mn-lt"/>
                <a:ea typeface="+mn-ea"/>
                <a:cs typeface="+mn-cs"/>
              </a:rPr>
              <a:t>24</a:t>
            </a:r>
          </a:p>
        </p:txBody>
      </p:sp>
    </p:spTree>
  </p:cSld>
  <p:clrMapOvr>
    <a:masterClrMapping/>
  </p:clrMapOvr>
  <p:transition xmlns:p14="http://schemas.microsoft.com/office/powerpoint/2010/main" p14:dur="400">
    <p:fade/>
  </p:transition>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Ellipse 2"/>
          <p:cNvSpPr/>
          <p:nvPr/>
        </p:nvSpPr>
        <p:spPr>
          <a:xfrm>
            <a:off x="7810500" y="2857500"/>
            <a:ext cx="7620000" cy="7620000"/>
          </a:xfrm>
          <a:prstGeom prst="ellipse">
            <a:avLst/>
          </a:prstGeom>
          <a:solidFill>
            <a:schemeClr val="lt2"/>
          </a:solidFill>
          <a:ln>
            <a:noFill/>
          </a:ln>
        </p:spPr>
      </p:sp>
      <p:grpSp>
        <p:nvGrpSpPr>
          <p:cNvPr id="7" name="Group 7"/>
          <p:cNvGrpSpPr/>
          <p:nvPr/>
        </p:nvGrpSpPr>
        <p:grpSpPr>
          <a:xfrm>
            <a:off x="361950" y="1600200"/>
            <a:ext cx="5690806" cy="2712720"/>
            <a:chOff x="361950" y="1600200"/>
            <a:chExt cx="5690806" cy="2712720"/>
          </a:xfrm>
        </p:grpSpPr>
        <p:sp>
          <p:nvSpPr>
            <p:cNvPr id="3" name="Rectangle 3"/>
            <p:cNvSpPr/>
            <p:nvPr/>
          </p:nvSpPr>
          <p:spPr>
            <a:xfrm>
              <a:off x="381000" y="1600200"/>
              <a:ext cx="1562100" cy="361950"/>
            </a:xfrm>
            <a:prstGeom prst="roundRect">
              <a:avLst>
                <a:gd name="adj" fmla="val 50000"/>
              </a:avLst>
            </a:prstGeom>
            <a:solidFill>
              <a:srgbClr val="2E7D5B"/>
            </a:solidFill>
            <a:ln>
              <a:noFill/>
            </a:ln>
          </p:spPr>
        </p:sp>
        <p:sp>
          <p:nvSpPr>
            <p:cNvPr id="4" name="TextBox 4"/>
            <p:cNvSpPr txBox="1"/>
            <p:nvPr/>
          </p:nvSpPr>
          <p:spPr>
            <a:xfrm>
              <a:off x="911892" y="1702118"/>
              <a:ext cx="500317"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mn-lt"/>
                  <a:ea typeface="+mn-ea"/>
                  <a:cs typeface="+mn-cs"/>
                </a:rPr>
                <a:t>最後に</a:t>
              </a:r>
            </a:p>
          </p:txBody>
        </p:sp>
        <p:sp>
          <p:nvSpPr>
            <p:cNvPr id="5" name="TextBox 5"/>
            <p:cNvSpPr txBox="1"/>
            <p:nvPr/>
          </p:nvSpPr>
          <p:spPr>
            <a:xfrm>
              <a:off x="361950" y="2426970"/>
              <a:ext cx="5690806" cy="1885950"/>
            </a:xfrm>
            <a:prstGeom prst="rect">
              <a:avLst/>
            </a:prstGeom>
            <a:noFill/>
            <a:ln>
              <a:noFill/>
            </a:ln>
          </p:spPr>
          <p:txBody>
            <a:bodyPr wrap="square" lIns="0" tIns="0" rIns="0" bIns="0" anchor="t" anchorCtr="0"/>
            <a:lstStyle/>
            <a:p>
              <a:pPr algn="l">
                <a:lnSpc>
                  <a:spcPts val="6600"/>
                </a:lnSpc>
              </a:pPr>
              <a:r>
                <a:rPr lang="zh-CN" sz="5400" b="1" dirty="0">
                  <a:solidFill>
                    <a:schemeClr val="accent1"/>
                  </a:solidFill>
                  <a:latin typeface="+mn-lt"/>
                  <a:ea typeface="+mn-ea"/>
                  <a:cs typeface="+mn-cs"/>
                </a:rPr>
                <a:t>うまくいかなくても、元のブックは無傷です。</a:t>
              </a:r>
            </a:p>
          </p:txBody>
        </p:sp>
        <p:sp>
          <p:nvSpPr>
            <p:cNvPr id="6" name="Rectangle 6"/>
            <p:cNvSpPr/>
            <p:nvPr/>
          </p:nvSpPr>
          <p:spPr>
            <a:xfrm>
              <a:off x="381000" y="4076700"/>
              <a:ext cx="1143000" cy="66675"/>
            </a:xfrm>
            <a:prstGeom prst="roundRect">
              <a:avLst>
                <a:gd name="adj" fmla="val 50000"/>
              </a:avLst>
            </a:prstGeom>
            <a:solidFill>
              <a:schemeClr val="accent2"/>
            </a:solidFill>
            <a:ln>
              <a:noFill/>
            </a:ln>
          </p:spPr>
        </p:sp>
      </p:grpSp>
      <p:grpSp>
        <p:nvGrpSpPr>
          <p:cNvPr id="9" name="Group 9"/>
          <p:cNvGrpSpPr/>
          <p:nvPr/>
        </p:nvGrpSpPr>
        <p:grpSpPr>
          <a:xfrm>
            <a:off x="369570" y="4557712"/>
            <a:ext cx="6822853" cy="440055"/>
            <a:chOff x="369570" y="4557712"/>
            <a:chExt cx="6822853" cy="440055"/>
          </a:xfrm>
        </p:grpSpPr>
        <p:sp>
          <p:nvSpPr>
            <p:cNvPr id="8" name="TextBox 8"/>
            <p:cNvSpPr txBox="1"/>
            <p:nvPr/>
          </p:nvSpPr>
          <p:spPr>
            <a:xfrm>
              <a:off x="369570" y="4557712"/>
              <a:ext cx="6822853" cy="440055"/>
            </a:xfrm>
            <a:prstGeom prst="rect">
              <a:avLst/>
            </a:prstGeom>
            <a:noFill/>
            <a:ln>
              <a:noFill/>
            </a:ln>
          </p:spPr>
          <p:txBody>
            <a:bodyPr wrap="none" lIns="0" tIns="0" rIns="0" bIns="0" anchor="t" anchorCtr="0">
              <a:spAutoFit/>
            </a:bodyPr>
            <a:lstStyle/>
            <a:p>
              <a:pPr algn="l"/>
              <a:r>
                <a:rPr lang="zh-CN" sz="2250" dirty="0">
                  <a:solidFill>
                    <a:schemeClr val="dk1"/>
                  </a:solidFill>
                  <a:latin typeface="+mn-lt"/>
                  <a:ea typeface="+mn-ea"/>
                  <a:cs typeface="+mn-cs"/>
                </a:rPr>
                <a:t>気になっているマクロを 1 つ選んで、読み込むところから始めてください。</a:t>
              </a:r>
            </a:p>
          </p:txBody>
        </p:sp>
      </p:grpSp>
      <p:grpSp>
        <p:nvGrpSpPr>
          <p:cNvPr id="12" name="Group 12"/>
          <p:cNvGrpSpPr/>
          <p:nvPr/>
        </p:nvGrpSpPr>
        <p:grpSpPr>
          <a:xfrm>
            <a:off x="381000" y="5238750"/>
            <a:ext cx="7306818" cy="1104900"/>
            <a:chOff x="381000" y="5238750"/>
            <a:chExt cx="7306818" cy="1104900"/>
          </a:xfrm>
        </p:grpSpPr>
        <p:sp>
          <p:nvSpPr>
            <p:cNvPr id="10" name="Rectangle 10"/>
            <p:cNvSpPr/>
            <p:nvPr/>
          </p:nvSpPr>
          <p:spPr>
            <a:xfrm>
              <a:off x="381000" y="5238750"/>
              <a:ext cx="66675" cy="1104900"/>
            </a:xfrm>
            <a:prstGeom prst="roundRect">
              <a:avLst>
                <a:gd name="adj" fmla="val 50000"/>
              </a:avLst>
            </a:prstGeom>
            <a:solidFill>
              <a:srgbClr val="CBD5E1"/>
            </a:solidFill>
            <a:ln>
              <a:noFill/>
            </a:ln>
          </p:spPr>
        </p:sp>
        <p:sp>
          <p:nvSpPr>
            <p:cNvPr id="11" name="TextBox 11"/>
            <p:cNvSpPr txBox="1"/>
            <p:nvPr/>
          </p:nvSpPr>
          <p:spPr>
            <a:xfrm>
              <a:off x="678942" y="5340668"/>
              <a:ext cx="7008876" cy="835533"/>
            </a:xfrm>
            <a:prstGeom prst="rect">
              <a:avLst/>
            </a:prstGeom>
            <a:noFill/>
            <a:ln>
              <a:noFill/>
            </a:ln>
          </p:spPr>
          <p:txBody>
            <a:bodyPr wrap="square" lIns="0" tIns="0" rIns="0" bIns="0" anchor="t" anchorCtr="0"/>
            <a:lstStyle/>
            <a:p>
              <a:pPr algn="l">
                <a:lnSpc>
                  <a:spcPts val="2250"/>
                </a:lnSpc>
              </a:pPr>
              <a:r>
                <a:rPr lang="zh-CN" sz="1350" dirty="0">
                  <a:solidFill>
                    <a:srgbClr val="5B6B7C"/>
                  </a:solidFill>
                  <a:latin typeface="+mn-lt"/>
                  <a:ea typeface="+mn-ea"/>
                  <a:cs typeface="+mn-cs"/>
                </a:rPr>
                <a:t>画面は MacroStudio ベータ版 1.0.0 のものです。ベータ版のため、画面の文言や配置は今後変わることがあります。掲載しているスクリーンショットは、サンプルのブック（受注管理.xlsm）を読み込んだ実画面です。フォルダのパスや日時は説明用の例です。判断は AI が行います。最後に Excel で開いて動作を確認するのは人です。</a:t>
              </a:r>
            </a:p>
          </p:txBody>
        </p:sp>
      </p:grpSp>
      <p:sp>
        <p:nvSpPr>
          <p:cNvPr id="13" name="TextBox 13"/>
          <p:cNvSpPr txBox="1"/>
          <p:nvPr/>
        </p:nvSpPr>
        <p:spPr>
          <a:xfrm>
            <a:off x="8034833" y="6537960"/>
            <a:ext cx="3782263" cy="234696"/>
          </a:xfrm>
          <a:prstGeom prst="rect">
            <a:avLst/>
          </a:prstGeom>
          <a:noFill/>
          <a:ln>
            <a:noFill/>
          </a:ln>
        </p:spPr>
        <p:txBody>
          <a:bodyPr wrap="none" lIns="0" tIns="0" rIns="0" bIns="0" anchor="t" anchorCtr="0">
            <a:spAutoFit/>
          </a:bodyPr>
          <a:lstStyle/>
          <a:p>
            <a:pPr algn="r"/>
            <a:r>
              <a:rPr lang="zh-CN" sz="1200" dirty="0">
                <a:solidFill>
                  <a:srgbClr val="5B6B7C"/>
                </a:solidFill>
                <a:latin typeface="+mn-lt"/>
                <a:ea typeface="+mn-ea"/>
                <a:cs typeface="+mn-cs"/>
              </a:rPr>
              <a:t>MacroStudio ベータ版 1.0.0 ／ サービス説明と操作マニュアル</a:t>
            </a:r>
          </a:p>
        </p:txBody>
      </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manual-macrostudio-beta1">
  <a:themeElements>
    <a:clrScheme name="manual-macrostudio-beta1">
      <a:dk1>
        <a:srgbClr val="1F2933"/>
      </a:dk1>
      <a:lt1>
        <a:srgbClr val="FFFFFF"/>
      </a:lt1>
      <a:dk2>
        <a:srgbClr val="1F2933"/>
      </a:dk2>
      <a:lt2>
        <a:srgbClr val="F1F5F9"/>
      </a:lt2>
      <a:accent1>
        <a:srgbClr val="1F4E79"/>
      </a:accent1>
      <a:accent2>
        <a:srgbClr val="E07B39"/>
      </a:accent2>
      <a:accent3>
        <a:srgbClr val="4A87C4"/>
      </a:accent3>
      <a:accent4>
        <a:srgbClr val="1F4E79"/>
      </a:accent4>
      <a:accent5>
        <a:srgbClr val="F8FAFC"/>
      </a:accent5>
      <a:accent6>
        <a:srgbClr val="F4F6F8"/>
      </a:accent6>
      <a:hlink>
        <a:srgbClr val="E07B39"/>
      </a:hlink>
      <a:folHlink>
        <a:srgbClr val="4A87C4"/>
      </a:folHlink>
    </a:clrScheme>
    <a:fontScheme name="manual-macrostudio-beta1">
      <a:majorFont>
        <a:latin typeface="Segoe UI"/>
        <a:ea typeface="Yu Gothic UI"/>
        <a:cs typeface="Segoe UI"/>
        <a:font script="Jpan" typeface="Yu Gothic UI"/>
        <a:font script="Hang" typeface="Yu Gothic UI"/>
        <a:font script="Hans" typeface="Yu Gothic UI"/>
        <a:font script="Hant" typeface="Yu Gothic U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goe UI"/>
        <a:ea typeface="Yu Gothic UI"/>
        <a:cs typeface="Segoe UI"/>
        <a:font script="Jpan" typeface="Yu Gothic UI"/>
        <a:font script="Hang" typeface="Yu Gothic UI"/>
        <a:font script="Hans" typeface="Yu Gothic UI"/>
        <a:font script="Hant" typeface="Yu Gothic U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anual-macrostudio-beta1">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manual-macrostudio-beta1">
  <a:themeElements>
    <a:clrScheme name="manual-macrostudio-beta1">
      <a:dk1>
        <a:srgbClr val="1F2933"/>
      </a:dk1>
      <a:lt1>
        <a:srgbClr val="FFFFFF"/>
      </a:lt1>
      <a:dk2>
        <a:srgbClr val="1F2933"/>
      </a:dk2>
      <a:lt2>
        <a:srgbClr val="F1F5F9"/>
      </a:lt2>
      <a:accent1>
        <a:srgbClr val="1F4E79"/>
      </a:accent1>
      <a:accent2>
        <a:srgbClr val="E07B39"/>
      </a:accent2>
      <a:accent3>
        <a:srgbClr val="4A87C4"/>
      </a:accent3>
      <a:accent4>
        <a:srgbClr val="1F4E79"/>
      </a:accent4>
      <a:accent5>
        <a:srgbClr val="F8FAFC"/>
      </a:accent5>
      <a:accent6>
        <a:srgbClr val="F4F6F8"/>
      </a:accent6>
      <a:hlink>
        <a:srgbClr val="E07B39"/>
      </a:hlink>
      <a:folHlink>
        <a:srgbClr val="4A87C4"/>
      </a:folHlink>
    </a:clrScheme>
    <a:fontScheme name="manual-macrostudio-beta1">
      <a:majorFont>
        <a:latin typeface="Segoe UI"/>
        <a:ea typeface="Yu Gothic UI"/>
        <a:cs typeface="Segoe UI"/>
        <a:font script="Jpan" typeface="Yu Gothic UI"/>
        <a:font script="Hang" typeface="Yu Gothic UI"/>
        <a:font script="Hans" typeface="Yu Gothic UI"/>
        <a:font script="Hant" typeface="Yu Gothic U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goe UI"/>
        <a:ea typeface="Yu Gothic UI"/>
        <a:cs typeface="Segoe UI"/>
        <a:font script="Jpan" typeface="Yu Gothic UI"/>
        <a:font script="Hang" typeface="Yu Gothic UI"/>
        <a:font script="Hans" typeface="Yu Gothic UI"/>
        <a:font script="Hant" typeface="Yu Gothic U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anual-macrostudio-beta1">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25</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
  <cp:lastModifiedBy/>
  <cp:revision>1</cp:revision>
  <dcterms:created xsi:type="dcterms:W3CDTF">2026-07-29T23:07:30Z</dcterms:created>
  <dcterms:modified xsi:type="dcterms:W3CDTF">2026-07-29T23:07:30Z</dcterms:modified>
  <cp:category/>
  <cp:contentStatus/>
</cp:coreProperties>
</file>